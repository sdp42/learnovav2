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drawings/drawing1.xml" ContentType="application/vnd.openxmlformats-officedocument.drawingml.chartshap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30"/>
  </p:notesMasterIdLst>
  <p:sldIdLst>
    <p:sldId id="336" r:id="rId2"/>
    <p:sldId id="376" r:id="rId3"/>
    <p:sldId id="338" r:id="rId4"/>
    <p:sldId id="398" r:id="rId5"/>
    <p:sldId id="337" r:id="rId6"/>
    <p:sldId id="339" r:id="rId7"/>
    <p:sldId id="378" r:id="rId8"/>
    <p:sldId id="379" r:id="rId9"/>
    <p:sldId id="377" r:id="rId10"/>
    <p:sldId id="380" r:id="rId11"/>
    <p:sldId id="382" r:id="rId12"/>
    <p:sldId id="381" r:id="rId13"/>
    <p:sldId id="399" r:id="rId14"/>
    <p:sldId id="400" r:id="rId15"/>
    <p:sldId id="383" r:id="rId16"/>
    <p:sldId id="386" r:id="rId17"/>
    <p:sldId id="385" r:id="rId18"/>
    <p:sldId id="387" r:id="rId19"/>
    <p:sldId id="388" r:id="rId20"/>
    <p:sldId id="390" r:id="rId21"/>
    <p:sldId id="391" r:id="rId22"/>
    <p:sldId id="392" r:id="rId23"/>
    <p:sldId id="393" r:id="rId24"/>
    <p:sldId id="394" r:id="rId25"/>
    <p:sldId id="395" r:id="rId26"/>
    <p:sldId id="396" r:id="rId27"/>
    <p:sldId id="397" r:id="rId28"/>
    <p:sldId id="389" r:id="rId29"/>
  </p:sldIdLst>
  <p:sldSz cx="9144000" cy="5143500" type="screen16x9"/>
  <p:notesSz cx="9928225" cy="6797675"/>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24" autoAdjust="0"/>
    <p:restoredTop sz="94420" autoAdjust="0"/>
  </p:normalViewPr>
  <p:slideViewPr>
    <p:cSldViewPr>
      <p:cViewPr varScale="1">
        <p:scale>
          <a:sx n="130" d="100"/>
          <a:sy n="130" d="100"/>
        </p:scale>
        <p:origin x="96" y="132"/>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270"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Y-Values</c:v>
                </c:pt>
              </c:strCache>
            </c:strRef>
          </c:tx>
          <c:spPr>
            <a:ln w="28575" cap="rnd">
              <a:noFill/>
              <a:round/>
            </a:ln>
            <a:effectLst/>
          </c:spPr>
          <c:marker>
            <c:symbol val="circle"/>
            <c:size val="5"/>
            <c:spPr>
              <a:solidFill>
                <a:schemeClr val="accent1"/>
              </a:solidFill>
              <a:ln w="9525">
                <a:solidFill>
                  <a:schemeClr val="accent1"/>
                </a:solidFill>
              </a:ln>
              <a:effectLst/>
            </c:spPr>
          </c:marker>
          <c:dLbls>
            <c:dLbl>
              <c:idx val="0"/>
              <c:layout>
                <c:manualLayout>
                  <c:x val="-9.1447925486875525E-2"/>
                  <c:y val="9.523809523809523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4AA-44A3-A353-BD6318366ABB}"/>
                </c:ext>
              </c:extLst>
            </c:dLbl>
            <c:dLbl>
              <c:idx val="1"/>
              <c:layout>
                <c:manualLayout>
                  <c:x val="-4.2337002540220152E-2"/>
                  <c:y val="9.523809523809520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4AA-44A3-A353-BD6318366ABB}"/>
                </c:ext>
              </c:extLst>
            </c:dLbl>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Sheet1!$A$2:$A$4</c:f>
              <c:numCache>
                <c:formatCode>General</c:formatCode>
                <c:ptCount val="3"/>
                <c:pt idx="0">
                  <c:v>35</c:v>
                </c:pt>
                <c:pt idx="1">
                  <c:v>26</c:v>
                </c:pt>
              </c:numCache>
            </c:numRef>
          </c:xVal>
          <c:yVal>
            <c:numRef>
              <c:f>Sheet1!$B$2:$B$4</c:f>
              <c:numCache>
                <c:formatCode>General</c:formatCode>
                <c:ptCount val="3"/>
                <c:pt idx="0">
                  <c:v>20000</c:v>
                </c:pt>
                <c:pt idx="1">
                  <c:v>43000</c:v>
                </c:pt>
              </c:numCache>
            </c:numRef>
          </c:yVal>
          <c:smooth val="0"/>
          <c:extLst>
            <c:ext xmlns:c16="http://schemas.microsoft.com/office/drawing/2014/chart" uri="{C3380CC4-5D6E-409C-BE32-E72D297353CC}">
              <c16:uniqueId val="{00000000-275B-48B2-8559-58B2E6A46C6D}"/>
            </c:ext>
          </c:extLst>
        </c:ser>
        <c:dLbls>
          <c:showLegendKey val="0"/>
          <c:showVal val="0"/>
          <c:showCatName val="0"/>
          <c:showSerName val="0"/>
          <c:showPercent val="0"/>
          <c:showBubbleSize val="0"/>
        </c:dLbls>
        <c:axId val="1421616063"/>
        <c:axId val="1594858351"/>
      </c:scatterChart>
      <c:valAx>
        <c:axId val="1421616063"/>
        <c:scaling>
          <c:orientation val="minMax"/>
        </c:scaling>
        <c:delete val="1"/>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solidFill>
                    <a:latin typeface="+mn-lt"/>
                    <a:ea typeface="+mn-ea"/>
                    <a:cs typeface="+mn-cs"/>
                  </a:defRPr>
                </a:pPr>
                <a:r>
                  <a:rPr lang="en-IN"/>
                  <a:t>Age</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crossAx val="1594858351"/>
        <c:crosses val="autoZero"/>
        <c:crossBetween val="midCat"/>
      </c:valAx>
      <c:valAx>
        <c:axId val="159485835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solidFill>
                    <a:latin typeface="+mn-lt"/>
                    <a:ea typeface="+mn-ea"/>
                    <a:cs typeface="+mn-cs"/>
                  </a:defRPr>
                </a:pPr>
                <a:r>
                  <a:rPr lang="en-IN"/>
                  <a:t>Salary</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1421616063"/>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tx1"/>
          </a:solidFill>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0.87473</cdr:x>
      <cdr:y>0.51429</cdr:y>
    </cdr:from>
    <cdr:to>
      <cdr:x>0.99666</cdr:x>
      <cdr:y>0.74286</cdr:y>
    </cdr:to>
    <cdr:sp macro="" textlink="">
      <cdr:nvSpPr>
        <cdr:cNvPr id="2" name="TextBox 1">
          <a:extLst xmlns:a="http://schemas.openxmlformats.org/drawingml/2006/main">
            <a:ext uri="{FF2B5EF4-FFF2-40B4-BE49-F238E27FC236}">
              <a16:creationId xmlns:a16="http://schemas.microsoft.com/office/drawing/2014/main" id="{1B1A03D4-4538-39A5-BBC4-AE544C189625}"/>
            </a:ext>
          </a:extLst>
        </cdr:cNvPr>
        <cdr:cNvSpPr txBox="1"/>
      </cdr:nvSpPr>
      <cdr:spPr>
        <a:xfrm xmlns:a="http://schemas.openxmlformats.org/drawingml/2006/main">
          <a:off x="6559938" y="2057400"/>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100" dirty="0"/>
            <a:t>d1</a:t>
          </a:r>
          <a:endParaRPr lang="en-IN" sz="1100" dirty="0"/>
        </a:p>
      </cdr:txBody>
    </cdr:sp>
  </cdr:relSizeAnchor>
  <cdr:relSizeAnchor xmlns:cdr="http://schemas.openxmlformats.org/drawingml/2006/chartDrawing">
    <cdr:from>
      <cdr:x>0.68078</cdr:x>
      <cdr:y>0.11429</cdr:y>
    </cdr:from>
    <cdr:to>
      <cdr:x>0.73158</cdr:x>
      <cdr:y>0.17143</cdr:y>
    </cdr:to>
    <cdr:sp macro="" textlink="">
      <cdr:nvSpPr>
        <cdr:cNvPr id="3" name="TextBox 1">
          <a:extLst xmlns:a="http://schemas.openxmlformats.org/drawingml/2006/main">
            <a:ext uri="{FF2B5EF4-FFF2-40B4-BE49-F238E27FC236}">
              <a16:creationId xmlns:a16="http://schemas.microsoft.com/office/drawing/2014/main" id="{DBBC0D60-41EC-D80A-481D-5E4C16CDE9F8}"/>
            </a:ext>
          </a:extLst>
        </cdr:cNvPr>
        <cdr:cNvSpPr txBox="1"/>
      </cdr:nvSpPr>
      <cdr:spPr>
        <a:xfrm xmlns:a="http://schemas.openxmlformats.org/drawingml/2006/main">
          <a:off x="5105400" y="457200"/>
          <a:ext cx="381000" cy="228600"/>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100" dirty="0"/>
            <a:t>d2</a:t>
          </a:r>
          <a:endParaRPr lang="en-IN"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2231" cy="339884"/>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p:cNvSpPr>
            <a:spLocks noGrp="1"/>
          </p:cNvSpPr>
          <p:nvPr>
            <p:ph type="dt" idx="1"/>
          </p:nvPr>
        </p:nvSpPr>
        <p:spPr>
          <a:xfrm>
            <a:off x="5623697" y="0"/>
            <a:ext cx="4302231" cy="339884"/>
          </a:xfrm>
          <a:prstGeom prst="rect">
            <a:avLst/>
          </a:prstGeom>
        </p:spPr>
        <p:txBody>
          <a:bodyPr vert="horz" lIns="91440" tIns="45720" rIns="91440" bIns="45720" rtlCol="0"/>
          <a:lstStyle>
            <a:lvl1pPr algn="r" eaLnBrk="1" hangingPunct="1">
              <a:defRPr sz="1200">
                <a:latin typeface="Arial" charset="0"/>
              </a:defRPr>
            </a:lvl1pPr>
          </a:lstStyle>
          <a:p>
            <a:pPr>
              <a:defRPr/>
            </a:pPr>
            <a:fld id="{20A61D9F-D751-426A-B9E0-D7A24613EF69}" type="datetimeFigureOut">
              <a:rPr lang="en-US"/>
              <a:pPr>
                <a:defRPr/>
              </a:pPr>
              <a:t>8/13/2026</a:t>
            </a:fld>
            <a:endParaRPr lang="en-US" dirty="0"/>
          </a:p>
        </p:txBody>
      </p:sp>
      <p:sp>
        <p:nvSpPr>
          <p:cNvPr id="4" name="Slide Image Placeholder 3"/>
          <p:cNvSpPr>
            <a:spLocks noGrp="1" noRot="1" noChangeAspect="1"/>
          </p:cNvSpPr>
          <p:nvPr>
            <p:ph type="sldImg" idx="2"/>
          </p:nvPr>
        </p:nvSpPr>
        <p:spPr>
          <a:xfrm>
            <a:off x="2697163" y="509588"/>
            <a:ext cx="4533900" cy="2549525"/>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992823" y="3228896"/>
            <a:ext cx="7942580" cy="3058954"/>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6456612"/>
            <a:ext cx="4302231" cy="339884"/>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5623697" y="6456612"/>
            <a:ext cx="4302231" cy="339884"/>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2C5C76A-0FC6-4291-A169-47F9FCB539AC}" type="slidenum">
              <a:rPr lang="en-US" altLang="en-US"/>
              <a:pPr>
                <a:defRPr/>
              </a:pPr>
              <a:t>‹#›</a:t>
            </a:fld>
            <a:endParaRPr lang="en-US" altLang="en-US"/>
          </a:p>
        </p:txBody>
      </p:sp>
    </p:spTree>
    <p:extLst>
      <p:ext uri="{BB962C8B-B14F-4D97-AF65-F5344CB8AC3E}">
        <p14:creationId xmlns:p14="http://schemas.microsoft.com/office/powerpoint/2010/main" val="25973762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D2C5C76A-0FC6-4291-A169-47F9FCB539AC}" type="slidenum">
              <a:rPr lang="en-US" altLang="en-US" smtClean="0"/>
              <a:pPr>
                <a:defRPr/>
              </a:pPr>
              <a:t>4</a:t>
            </a:fld>
            <a:endParaRPr lang="en-US" altLang="en-US"/>
          </a:p>
        </p:txBody>
      </p:sp>
    </p:spTree>
    <p:extLst>
      <p:ext uri="{BB962C8B-B14F-4D97-AF65-F5344CB8AC3E}">
        <p14:creationId xmlns:p14="http://schemas.microsoft.com/office/powerpoint/2010/main" val="2976491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06035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dirty="0"/>
          </a:p>
        </p:txBody>
      </p:sp>
      <p:sp>
        <p:nvSpPr>
          <p:cNvPr id="5" name="Oval 4"/>
          <p:cNvSpPr/>
          <p:nvPr/>
        </p:nvSpPr>
        <p:spPr>
          <a:xfrm>
            <a:off x="1157288" y="1008063"/>
            <a:ext cx="63500" cy="49212"/>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dirty="0"/>
          </a:p>
        </p:txBody>
      </p:sp>
      <p:sp>
        <p:nvSpPr>
          <p:cNvPr id="14" name="Title 13"/>
          <p:cNvSpPr>
            <a:spLocks noGrp="1"/>
          </p:cNvSpPr>
          <p:nvPr>
            <p:ph type="ctrTitle"/>
          </p:nvPr>
        </p:nvSpPr>
        <p:spPr>
          <a:xfrm>
            <a:off x="1432560" y="269923"/>
            <a:ext cx="7406640" cy="1104138"/>
          </a:xfrm>
        </p:spPr>
        <p:txBody>
          <a:bodyPr anchor="b"/>
          <a:lstStyle>
            <a:lvl1pPr algn="l">
              <a:defRPr/>
            </a:lvl1pPr>
            <a:extLst/>
          </a:lstStyle>
          <a:p>
            <a:r>
              <a:rPr lang="en-US"/>
              <a:t>Click to edit Master title style</a:t>
            </a:r>
          </a:p>
        </p:txBody>
      </p:sp>
      <p:sp>
        <p:nvSpPr>
          <p:cNvPr id="22" name="Subtitle 21"/>
          <p:cNvSpPr>
            <a:spLocks noGrp="1"/>
          </p:cNvSpPr>
          <p:nvPr>
            <p:ph type="subTitle" idx="1"/>
          </p:nvPr>
        </p:nvSpPr>
        <p:spPr>
          <a:xfrm>
            <a:off x="1432560" y="1387548"/>
            <a:ext cx="7406640" cy="131445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6" name="Date Placeholder 6"/>
          <p:cNvSpPr>
            <a:spLocks noGrp="1"/>
          </p:cNvSpPr>
          <p:nvPr>
            <p:ph type="dt" sz="half" idx="10"/>
          </p:nvPr>
        </p:nvSpPr>
        <p:spPr/>
        <p:txBody>
          <a:bodyPr/>
          <a:lstStyle>
            <a:lvl1pPr>
              <a:defRPr/>
            </a:lvl1pPr>
            <a:extLst/>
          </a:lstStyle>
          <a:p>
            <a:pPr>
              <a:defRPr/>
            </a:pPr>
            <a:fld id="{887E9AFD-6097-49BB-B589-E465D92504D2}" type="datetimeFigureOut">
              <a:rPr lang="en-US"/>
              <a:pPr>
                <a:defRPr/>
              </a:pPr>
              <a:t>8/13/2026</a:t>
            </a:fld>
            <a:endParaRPr lang="en-US" dirty="0"/>
          </a:p>
        </p:txBody>
      </p:sp>
      <p:sp>
        <p:nvSpPr>
          <p:cNvPr id="7" name="Footer Placeholder 19"/>
          <p:cNvSpPr>
            <a:spLocks noGrp="1"/>
          </p:cNvSpPr>
          <p:nvPr>
            <p:ph type="ftr" sz="quarter" idx="11"/>
          </p:nvPr>
        </p:nvSpPr>
        <p:spPr/>
        <p:txBody>
          <a:bodyPr/>
          <a:lstStyle>
            <a:lvl1pPr>
              <a:defRPr/>
            </a:lvl1pPr>
            <a:extLst/>
          </a:lstStyle>
          <a:p>
            <a:pPr>
              <a:defRPr/>
            </a:pPr>
            <a:endParaRPr lang="en-US"/>
          </a:p>
        </p:txBody>
      </p:sp>
      <p:sp>
        <p:nvSpPr>
          <p:cNvPr id="8" name="Slide Number Placeholder 9"/>
          <p:cNvSpPr>
            <a:spLocks noGrp="1"/>
          </p:cNvSpPr>
          <p:nvPr>
            <p:ph type="sldNum" sz="quarter" idx="12"/>
          </p:nvPr>
        </p:nvSpPr>
        <p:spPr/>
        <p:txBody>
          <a:bodyPr/>
          <a:lstStyle>
            <a:lvl1pPr>
              <a:defRPr/>
            </a:lvl1pPr>
          </a:lstStyle>
          <a:p>
            <a:pPr>
              <a:defRPr/>
            </a:pPr>
            <a:fld id="{1CB1AED4-2681-4B74-9565-DF49514B3311}" type="slidenum">
              <a:rPr lang="en-US" altLang="en-US"/>
              <a:pPr>
                <a:defRPr/>
              </a:pPr>
              <a:t>‹#›</a:t>
            </a:fld>
            <a:endParaRPr lang="en-US" altLang="en-US"/>
          </a:p>
        </p:txBody>
      </p:sp>
    </p:spTree>
    <p:extLst>
      <p:ext uri="{BB962C8B-B14F-4D97-AF65-F5344CB8AC3E}">
        <p14:creationId xmlns:p14="http://schemas.microsoft.com/office/powerpoint/2010/main" val="3656695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100" y="205978"/>
            <a:ext cx="7499350" cy="536972"/>
          </a:xfrm>
        </p:spPr>
        <p:txBody>
          <a:bodyPr>
            <a:normAutofit/>
          </a:bodyPr>
          <a:lstStyle>
            <a:lvl1pPr>
              <a:defRPr sz="2800" b="1">
                <a:solidFill>
                  <a:schemeClr val="tx1"/>
                </a:solidFill>
              </a:defRPr>
            </a:lvl1pPr>
            <a:extLst/>
          </a:lstStyle>
          <a:p>
            <a:r>
              <a:rPr lang="en-US" dirty="0"/>
              <a:t>Click to edit Master title style</a:t>
            </a:r>
          </a:p>
        </p:txBody>
      </p:sp>
      <p:sp>
        <p:nvSpPr>
          <p:cNvPr id="3" name="Content Placeholder 2"/>
          <p:cNvSpPr>
            <a:spLocks noGrp="1"/>
          </p:cNvSpPr>
          <p:nvPr>
            <p:ph idx="1"/>
          </p:nvPr>
        </p:nvSpPr>
        <p:spPr>
          <a:xfrm>
            <a:off x="1435100" y="800100"/>
            <a:ext cx="7499350" cy="4000500"/>
          </a:xfrm>
        </p:spPr>
        <p:txBody>
          <a:bodyPr/>
          <a:lstStyle>
            <a:lvl1pPr algn="just">
              <a:lnSpc>
                <a:spcPct val="150000"/>
              </a:lnSpc>
              <a:defRPr sz="2400"/>
            </a:lvl1pPr>
            <a:lvl2pPr algn="just">
              <a:lnSpc>
                <a:spcPct val="150000"/>
              </a:lnSpc>
              <a:defRPr sz="2000"/>
            </a:lvl2pPr>
            <a:lvl3pPr algn="just">
              <a:lnSpc>
                <a:spcPct val="150000"/>
              </a:lnSpc>
              <a:defRPr sz="1800"/>
            </a:lvl3pPr>
            <a:lvl4pPr algn="just">
              <a:lnSpc>
                <a:spcPct val="150000"/>
              </a:lnSpc>
              <a:defRPr sz="1600"/>
            </a:lvl4pPr>
            <a:lvl5pPr algn="just">
              <a:lnSpc>
                <a:spcPct val="150000"/>
              </a:lnSpc>
              <a:defRPr sz="1050"/>
            </a:lvl5pPr>
            <a:extLs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21"/>
          <p:cNvSpPr>
            <a:spLocks noGrp="1"/>
          </p:cNvSpPr>
          <p:nvPr>
            <p:ph type="sldNum" sz="quarter" idx="12"/>
          </p:nvPr>
        </p:nvSpPr>
        <p:spPr>
          <a:xfrm>
            <a:off x="8613775" y="4857750"/>
            <a:ext cx="457200" cy="228600"/>
          </a:xfrm>
        </p:spPr>
        <p:txBody>
          <a:bodyPr/>
          <a:lstStyle>
            <a:lvl1pPr>
              <a:defRPr/>
            </a:lvl1pPr>
          </a:lstStyle>
          <a:p>
            <a:pPr>
              <a:defRPr/>
            </a:pPr>
            <a:fld id="{14E01979-D7EF-45A8-B00D-FF167CFDB24E}" type="slidenum">
              <a:rPr lang="en-US" altLang="en-US" smtClean="0"/>
              <a:pPr>
                <a:defRPr/>
              </a:pPr>
              <a:t>‹#›</a:t>
            </a:fld>
            <a:endParaRPr lang="en-US" altLang="en-US" dirty="0"/>
          </a:p>
        </p:txBody>
      </p:sp>
      <p:sp>
        <p:nvSpPr>
          <p:cNvPr id="7" name="Footer Placeholder 5"/>
          <p:cNvSpPr txBox="1">
            <a:spLocks/>
          </p:cNvSpPr>
          <p:nvPr userDrawn="1"/>
        </p:nvSpPr>
        <p:spPr>
          <a:xfrm>
            <a:off x="68386" y="4800600"/>
            <a:ext cx="628873" cy="365126"/>
          </a:xfrm>
          <a:prstGeom prst="rect">
            <a:avLst/>
          </a:prstGeom>
        </p:spPr>
        <p:txBody>
          <a:bodyPr anchor="b"/>
          <a:lstStyle>
            <a:defPPr>
              <a:defRPr lang="en-US"/>
            </a:defPPr>
            <a:lvl1pPr algn="l" rtl="0" eaLnBrk="1" fontAlgn="auto" latinLnBrk="0" hangingPunct="1">
              <a:spcBef>
                <a:spcPts val="0"/>
              </a:spcBef>
              <a:spcAft>
                <a:spcPts val="0"/>
              </a:spcAft>
              <a:defRPr kumimoji="0" sz="1200" kern="1200">
                <a:solidFill>
                  <a:schemeClr val="bg2">
                    <a:shade val="50000"/>
                    <a:satMod val="200000"/>
                  </a:schemeClr>
                </a:solidFill>
                <a:effectLst/>
                <a:latin typeface="+mn-lt"/>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800" dirty="0">
                <a:solidFill>
                  <a:schemeClr val="tx1"/>
                </a:solidFill>
              </a:rPr>
              <a:t>ML  By MRR</a:t>
            </a:r>
          </a:p>
        </p:txBody>
      </p:sp>
    </p:spTree>
    <p:extLst>
      <p:ext uri="{BB962C8B-B14F-4D97-AF65-F5344CB8AC3E}">
        <p14:creationId xmlns:p14="http://schemas.microsoft.com/office/powerpoint/2010/main" val="2594475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p:cNvSpPr/>
          <p:nvPr/>
        </p:nvSpPr>
        <p:spPr bwMode="invGray">
          <a:xfrm>
            <a:off x="2286000" y="0"/>
            <a:ext cx="76200" cy="51435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Oval 5"/>
          <p:cNvSpPr/>
          <p:nvPr/>
        </p:nvSpPr>
        <p:spPr>
          <a:xfrm>
            <a:off x="2172321" y="211099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dirty="0"/>
          </a:p>
        </p:txBody>
      </p:sp>
      <p:sp>
        <p:nvSpPr>
          <p:cNvPr id="7" name="Oval 6"/>
          <p:cNvSpPr/>
          <p:nvPr/>
        </p:nvSpPr>
        <p:spPr>
          <a:xfrm>
            <a:off x="2408238" y="2058988"/>
            <a:ext cx="63500" cy="47625"/>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dirty="0"/>
          </a:p>
        </p:txBody>
      </p:sp>
      <p:sp>
        <p:nvSpPr>
          <p:cNvPr id="2" name="Title 1"/>
          <p:cNvSpPr>
            <a:spLocks noGrp="1"/>
          </p:cNvSpPr>
          <p:nvPr>
            <p:ph type="title"/>
          </p:nvPr>
        </p:nvSpPr>
        <p:spPr>
          <a:xfrm>
            <a:off x="2578392" y="1950244"/>
            <a:ext cx="6400800" cy="17145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800100"/>
            <a:ext cx="6400800" cy="1132284"/>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8122DC9F-E00E-41C9-99DC-C33CFCED72D7}" type="datetimeFigureOut">
              <a:rPr lang="en-US"/>
              <a:pPr>
                <a:defRPr/>
              </a:pPr>
              <a:t>8/13/2026</a:t>
            </a:fld>
            <a:endParaRPr lang="en-US" dirty="0"/>
          </a:p>
        </p:txBody>
      </p:sp>
      <p:sp>
        <p:nvSpPr>
          <p:cNvPr id="9" name="Footer Placeholder 4"/>
          <p:cNvSpPr>
            <a:spLocks noGrp="1"/>
          </p:cNvSpPr>
          <p:nvPr>
            <p:ph type="ftr" sz="quarter" idx="11"/>
          </p:nvPr>
        </p:nvSpPr>
        <p:spPr/>
        <p:txBody>
          <a:bodyPr/>
          <a:lstStyle>
            <a:lvl1pPr>
              <a:defRPr/>
            </a:lvl1pPr>
            <a:extLst/>
          </a:lstStyle>
          <a:p>
            <a:pPr>
              <a:defRPr/>
            </a:pPr>
            <a:endParaRPr lang="en-US"/>
          </a:p>
        </p:txBody>
      </p:sp>
      <p:sp>
        <p:nvSpPr>
          <p:cNvPr id="10" name="Slide Number Placeholder 5"/>
          <p:cNvSpPr>
            <a:spLocks noGrp="1"/>
          </p:cNvSpPr>
          <p:nvPr>
            <p:ph type="sldNum" sz="quarter" idx="12"/>
          </p:nvPr>
        </p:nvSpPr>
        <p:spPr/>
        <p:txBody>
          <a:bodyPr/>
          <a:lstStyle>
            <a:lvl1pPr>
              <a:defRPr/>
            </a:lvl1pPr>
          </a:lstStyle>
          <a:p>
            <a:pPr>
              <a:defRPr/>
            </a:pPr>
            <a:fld id="{6C05F869-11C4-44A9-A0E7-2227C8011980}" type="slidenum">
              <a:rPr lang="en-US" altLang="en-US"/>
              <a:pPr>
                <a:defRPr/>
              </a:pPr>
              <a:t>‹#›</a:t>
            </a:fld>
            <a:endParaRPr lang="en-US" altLang="en-US"/>
          </a:p>
        </p:txBody>
      </p:sp>
    </p:spTree>
    <p:extLst>
      <p:ext uri="{BB962C8B-B14F-4D97-AF65-F5344CB8AC3E}">
        <p14:creationId xmlns:p14="http://schemas.microsoft.com/office/powerpoint/2010/main" val="2947766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lstStyle/>
          <a:p>
            <a:r>
              <a:rPr lang="en-US"/>
              <a:t>Click to edit Master title style</a:t>
            </a:r>
          </a:p>
        </p:txBody>
      </p:sp>
      <p:sp>
        <p:nvSpPr>
          <p:cNvPr id="3" name="Content Placeholder 2"/>
          <p:cNvSpPr>
            <a:spLocks noGrp="1"/>
          </p:cNvSpPr>
          <p:nvPr>
            <p:ph sz="half" idx="1"/>
          </p:nvPr>
        </p:nvSpPr>
        <p:spPr>
          <a:xfrm>
            <a:off x="1435608" y="1143000"/>
            <a:ext cx="3657600" cy="349758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143000"/>
            <a:ext cx="3657600" cy="349758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0C22170A-A858-4A6C-AC7E-9A12120069F1}" type="datetimeFigureOut">
              <a:rPr lang="en-US"/>
              <a:pPr>
                <a:defRPr/>
              </a:pPr>
              <a:t>8/13/2026</a:t>
            </a:fld>
            <a:endParaRPr lang="en-US" dirty="0"/>
          </a:p>
        </p:txBody>
      </p:sp>
      <p:sp>
        <p:nvSpPr>
          <p:cNvPr id="6" name="Footer Placeholder 9"/>
          <p:cNvSpPr>
            <a:spLocks noGrp="1"/>
          </p:cNvSpPr>
          <p:nvPr>
            <p:ph type="ftr" sz="quarter" idx="11"/>
          </p:nvPr>
        </p:nvSpPr>
        <p:spPr/>
        <p:txBody>
          <a:bodyPr/>
          <a:lstStyle>
            <a:lvl1pPr>
              <a:defRPr/>
            </a:lvl1pPr>
          </a:lstStyle>
          <a:p>
            <a:pPr>
              <a:defRPr/>
            </a:pPr>
            <a:endParaRPr lang="en-US"/>
          </a:p>
        </p:txBody>
      </p:sp>
      <p:sp>
        <p:nvSpPr>
          <p:cNvPr id="7" name="Slide Number Placeholder 21"/>
          <p:cNvSpPr>
            <a:spLocks noGrp="1"/>
          </p:cNvSpPr>
          <p:nvPr>
            <p:ph type="sldNum" sz="quarter" idx="12"/>
          </p:nvPr>
        </p:nvSpPr>
        <p:spPr/>
        <p:txBody>
          <a:bodyPr/>
          <a:lstStyle>
            <a:lvl1pPr>
              <a:defRPr/>
            </a:lvl1pPr>
          </a:lstStyle>
          <a:p>
            <a:pPr>
              <a:defRPr/>
            </a:pPr>
            <a:fld id="{DC19A37B-D247-4E69-B4F2-74E308EB3DA6}" type="slidenum">
              <a:rPr lang="en-US" altLang="en-US"/>
              <a:pPr>
                <a:defRPr/>
              </a:pPr>
              <a:t>‹#›</a:t>
            </a:fld>
            <a:endParaRPr lang="en-US" altLang="en-US"/>
          </a:p>
        </p:txBody>
      </p:sp>
    </p:spTree>
    <p:extLst>
      <p:ext uri="{BB962C8B-B14F-4D97-AF65-F5344CB8AC3E}">
        <p14:creationId xmlns:p14="http://schemas.microsoft.com/office/powerpoint/2010/main" val="2481689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70252"/>
            <a:ext cx="8229600" cy="85725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C3A072A6-DE17-4587-BD8C-B56C4D199E4C}" type="datetimeFigureOut">
              <a:rPr lang="en-US"/>
              <a:pPr>
                <a:defRPr/>
              </a:pPr>
              <a:t>8/13/2026</a:t>
            </a:fld>
            <a:endParaRPr lang="en-US" dirty="0"/>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27752555-251C-46CA-A5FF-648FCE8DF85E}" type="slidenum">
              <a:rPr lang="en-US" altLang="en-US"/>
              <a:pPr>
                <a:defRPr/>
              </a:pPr>
              <a:t>‹#›</a:t>
            </a:fld>
            <a:endParaRPr lang="en-US" altLang="en-US"/>
          </a:p>
        </p:txBody>
      </p:sp>
    </p:spTree>
    <p:extLst>
      <p:ext uri="{BB962C8B-B14F-4D97-AF65-F5344CB8AC3E}">
        <p14:creationId xmlns:p14="http://schemas.microsoft.com/office/powerpoint/2010/main" val="1851861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821D61F1-8093-4A22-B605-A7CAE17317B8}" type="datetimeFigureOut">
              <a:rPr lang="en-US"/>
              <a:pPr>
                <a:defRPr/>
              </a:pPr>
              <a:t>8/13/2026</a:t>
            </a:fld>
            <a:endParaRPr lang="en-US" dirty="0"/>
          </a:p>
        </p:txBody>
      </p:sp>
      <p:sp>
        <p:nvSpPr>
          <p:cNvPr id="4" name="Footer Placeholder 9"/>
          <p:cNvSpPr>
            <a:spLocks noGrp="1"/>
          </p:cNvSpPr>
          <p:nvPr>
            <p:ph type="ftr" sz="quarter" idx="11"/>
          </p:nvPr>
        </p:nvSpPr>
        <p:spPr/>
        <p:txBody>
          <a:bodyPr/>
          <a:lstStyle>
            <a:lvl1pPr>
              <a:defRPr/>
            </a:lvl1pPr>
          </a:lstStyle>
          <a:p>
            <a:pPr>
              <a:defRPr/>
            </a:pPr>
            <a:endParaRPr lang="en-US"/>
          </a:p>
        </p:txBody>
      </p:sp>
      <p:sp>
        <p:nvSpPr>
          <p:cNvPr id="5" name="Slide Number Placeholder 21"/>
          <p:cNvSpPr>
            <a:spLocks noGrp="1"/>
          </p:cNvSpPr>
          <p:nvPr>
            <p:ph type="sldNum" sz="quarter" idx="12"/>
          </p:nvPr>
        </p:nvSpPr>
        <p:spPr/>
        <p:txBody>
          <a:bodyPr/>
          <a:lstStyle>
            <a:lvl1pPr>
              <a:defRPr/>
            </a:lvl1pPr>
          </a:lstStyle>
          <a:p>
            <a:pPr>
              <a:defRPr/>
            </a:pPr>
            <a:fld id="{3F4ACA46-E8E0-42BF-86E6-798CE286632D}" type="slidenum">
              <a:rPr lang="en-US" altLang="en-US"/>
              <a:pPr>
                <a:defRPr/>
              </a:pPr>
              <a:t>‹#›</a:t>
            </a:fld>
            <a:endParaRPr lang="en-US" altLang="en-US"/>
          </a:p>
        </p:txBody>
      </p:sp>
    </p:spTree>
    <p:extLst>
      <p:ext uri="{BB962C8B-B14F-4D97-AF65-F5344CB8AC3E}">
        <p14:creationId xmlns:p14="http://schemas.microsoft.com/office/powerpoint/2010/main" val="496623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1014413" y="0"/>
            <a:ext cx="8129587"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Rectangle 2"/>
          <p:cNvSpPr/>
          <p:nvPr/>
        </p:nvSpPr>
        <p:spPr bwMode="invGray">
          <a:xfrm>
            <a:off x="1014413" y="0"/>
            <a:ext cx="73025" cy="51435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Date Placeholder 1"/>
          <p:cNvSpPr>
            <a:spLocks noGrp="1"/>
          </p:cNvSpPr>
          <p:nvPr>
            <p:ph type="dt" sz="half" idx="10"/>
          </p:nvPr>
        </p:nvSpPr>
        <p:spPr/>
        <p:txBody>
          <a:bodyPr/>
          <a:lstStyle>
            <a:lvl1pPr>
              <a:defRPr/>
            </a:lvl1pPr>
            <a:extLst/>
          </a:lstStyle>
          <a:p>
            <a:pPr>
              <a:defRPr/>
            </a:pPr>
            <a:fld id="{A228ECEF-4DE6-40A3-BC84-546DAE27C75D}" type="datetimeFigureOut">
              <a:rPr lang="en-US"/>
              <a:pPr>
                <a:defRPr/>
              </a:pPr>
              <a:t>8/13/2026</a:t>
            </a:fld>
            <a:endParaRPr lang="en-US" dirty="0"/>
          </a:p>
        </p:txBody>
      </p:sp>
      <p:sp>
        <p:nvSpPr>
          <p:cNvPr id="5" name="Footer Placeholder 2"/>
          <p:cNvSpPr>
            <a:spLocks noGrp="1"/>
          </p:cNvSpPr>
          <p:nvPr>
            <p:ph type="ftr" sz="quarter" idx="11"/>
          </p:nvPr>
        </p:nvSpPr>
        <p:spPr/>
        <p:txBody>
          <a:bodyPr/>
          <a:lstStyle>
            <a:lvl1pPr>
              <a:defRPr/>
            </a:lvl1pPr>
            <a:extLst/>
          </a:lstStyle>
          <a:p>
            <a:pPr>
              <a:defRPr/>
            </a:pPr>
            <a:endParaRPr lang="en-US"/>
          </a:p>
        </p:txBody>
      </p:sp>
      <p:sp>
        <p:nvSpPr>
          <p:cNvPr id="6" name="Slide Number Placeholder 3"/>
          <p:cNvSpPr>
            <a:spLocks noGrp="1"/>
          </p:cNvSpPr>
          <p:nvPr>
            <p:ph type="sldNum" sz="quarter" idx="12"/>
          </p:nvPr>
        </p:nvSpPr>
        <p:spPr/>
        <p:txBody>
          <a:bodyPr/>
          <a:lstStyle>
            <a:lvl1pPr>
              <a:defRPr/>
            </a:lvl1pPr>
          </a:lstStyle>
          <a:p>
            <a:pPr>
              <a:defRPr/>
            </a:pPr>
            <a:fld id="{6123322E-9ABB-46EB-817E-8134AD107559}" type="slidenum">
              <a:rPr lang="en-US" altLang="en-US"/>
              <a:pPr>
                <a:defRPr/>
              </a:pPr>
              <a:t>‹#›</a:t>
            </a:fld>
            <a:endParaRPr lang="en-US" altLang="en-US"/>
          </a:p>
        </p:txBody>
      </p:sp>
    </p:spTree>
    <p:extLst>
      <p:ext uri="{BB962C8B-B14F-4D97-AF65-F5344CB8AC3E}">
        <p14:creationId xmlns:p14="http://schemas.microsoft.com/office/powerpoint/2010/main" val="3831729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62583"/>
            <a:ext cx="3810000" cy="871538"/>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055223"/>
            <a:ext cx="3810000" cy="523875"/>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1600201"/>
            <a:ext cx="8153400" cy="2994422"/>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F4200080-C861-4EEA-9CFE-92BC2B5BC01D}" type="datetimeFigureOut">
              <a:rPr lang="en-US"/>
              <a:pPr>
                <a:defRPr/>
              </a:pPr>
              <a:t>8/13/2026</a:t>
            </a:fld>
            <a:endParaRPr lang="en-US" dirty="0"/>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3EFB8309-476E-43AA-81EF-5EB45DB1D051}" type="slidenum">
              <a:rPr lang="en-US" altLang="en-US"/>
              <a:pPr>
                <a:defRPr/>
              </a:pPr>
              <a:t>‹#›</a:t>
            </a:fld>
            <a:endParaRPr lang="en-US" altLang="en-US"/>
          </a:p>
        </p:txBody>
      </p:sp>
    </p:spTree>
    <p:extLst>
      <p:ext uri="{BB962C8B-B14F-4D97-AF65-F5344CB8AC3E}">
        <p14:creationId xmlns:p14="http://schemas.microsoft.com/office/powerpoint/2010/main" val="3933191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800100"/>
            <a:ext cx="4572000" cy="3429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eaLnBrk="1" fontAlgn="auto" hangingPunct="1">
              <a:lnSpc>
                <a:spcPts val="3000"/>
              </a:lnSpc>
              <a:spcBef>
                <a:spcPts val="600"/>
              </a:spcBef>
              <a:spcAft>
                <a:spcPts val="0"/>
              </a:spcAft>
              <a:buClr>
                <a:schemeClr val="accent1"/>
              </a:buClr>
              <a:buSzPct val="80000"/>
              <a:buFont typeface="Wingdings 2"/>
              <a:buNone/>
              <a:defRPr/>
            </a:pPr>
            <a:endParaRPr lang="en-US" sz="3200" dirty="0">
              <a:latin typeface="+mn-lt"/>
            </a:endParaRPr>
          </a:p>
        </p:txBody>
      </p:sp>
      <p:sp>
        <p:nvSpPr>
          <p:cNvPr id="6" name="Flowchart: Process 5"/>
          <p:cNvSpPr/>
          <p:nvPr/>
        </p:nvSpPr>
        <p:spPr>
          <a:xfrm rot="19468671">
            <a:off x="396875" y="715963"/>
            <a:ext cx="685800" cy="1539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lowchart: Process 6"/>
          <p:cNvSpPr/>
          <p:nvPr/>
        </p:nvSpPr>
        <p:spPr>
          <a:xfrm rot="2103354" flipH="1">
            <a:off x="5003800" y="703263"/>
            <a:ext cx="649288" cy="15240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Title 1"/>
          <p:cNvSpPr>
            <a:spLocks noGrp="1"/>
          </p:cNvSpPr>
          <p:nvPr>
            <p:ph type="title"/>
          </p:nvPr>
        </p:nvSpPr>
        <p:spPr>
          <a:xfrm>
            <a:off x="5886896" y="800100"/>
            <a:ext cx="2743200" cy="14859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857253"/>
            <a:ext cx="4419600" cy="2635898"/>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dirty="0"/>
              <a:t>Click icon to add picture</a:t>
            </a:r>
          </a:p>
        </p:txBody>
      </p:sp>
      <p:sp>
        <p:nvSpPr>
          <p:cNvPr id="4" name="Text Placeholder 3"/>
          <p:cNvSpPr>
            <a:spLocks noGrp="1"/>
          </p:cNvSpPr>
          <p:nvPr>
            <p:ph type="body" sz="half" idx="2"/>
          </p:nvPr>
        </p:nvSpPr>
        <p:spPr>
          <a:xfrm>
            <a:off x="838200" y="3600450"/>
            <a:ext cx="4419600" cy="5715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290A1843-8EAF-4ADD-9FD5-6DF6EA9D9F84}" type="datetimeFigureOut">
              <a:rPr lang="en-US"/>
              <a:pPr>
                <a:defRPr/>
              </a:pPr>
              <a:t>8/13/2026</a:t>
            </a:fld>
            <a:endParaRPr lang="en-US" dirty="0"/>
          </a:p>
        </p:txBody>
      </p:sp>
      <p:sp>
        <p:nvSpPr>
          <p:cNvPr id="9" name="Footer Placeholder 5"/>
          <p:cNvSpPr>
            <a:spLocks noGrp="1"/>
          </p:cNvSpPr>
          <p:nvPr>
            <p:ph type="ftr" sz="quarter" idx="11"/>
          </p:nvPr>
        </p:nvSpPr>
        <p:spPr/>
        <p:txBody>
          <a:bodyPr/>
          <a:lstStyle>
            <a:lvl1pPr>
              <a:defRPr/>
            </a:lvl1pPr>
            <a:extLst/>
          </a:lstStyle>
          <a:p>
            <a:pPr>
              <a:defRPr/>
            </a:pPr>
            <a:endParaRPr lang="en-US"/>
          </a:p>
        </p:txBody>
      </p:sp>
      <p:sp>
        <p:nvSpPr>
          <p:cNvPr id="10" name="Slide Number Placeholder 6"/>
          <p:cNvSpPr>
            <a:spLocks noGrp="1"/>
          </p:cNvSpPr>
          <p:nvPr>
            <p:ph type="sldNum" sz="quarter" idx="12"/>
          </p:nvPr>
        </p:nvSpPr>
        <p:spPr/>
        <p:txBody>
          <a:bodyPr/>
          <a:lstStyle>
            <a:lvl1pPr>
              <a:defRPr/>
            </a:lvl1pPr>
          </a:lstStyle>
          <a:p>
            <a:pPr>
              <a:defRPr/>
            </a:pPr>
            <a:fld id="{10940F56-10CB-4022-9797-30041592AB27}" type="slidenum">
              <a:rPr lang="en-US" altLang="en-US"/>
              <a:pPr>
                <a:defRPr/>
              </a:pPr>
              <a:t>‹#›</a:t>
            </a:fld>
            <a:endParaRPr lang="en-US" altLang="en-US"/>
          </a:p>
        </p:txBody>
      </p:sp>
    </p:spTree>
    <p:extLst>
      <p:ext uri="{BB962C8B-B14F-4D97-AF65-F5344CB8AC3E}">
        <p14:creationId xmlns:p14="http://schemas.microsoft.com/office/powerpoint/2010/main" val="969796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D541939B-0326-467A-9995-192E8BB0ABD3}" type="datetimeFigureOut">
              <a:rPr lang="en-US"/>
              <a:pPr>
                <a:defRPr/>
              </a:pPr>
              <a:t>8/13/2026</a:t>
            </a:fld>
            <a:endParaRPr lang="en-US" dirty="0"/>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19F90196-EE0B-4E3A-B275-01B7D198AD88}" type="slidenum">
              <a:rPr lang="en-US" altLang="en-US"/>
              <a:pPr>
                <a:defRPr/>
              </a:pPr>
              <a:t>‹#›</a:t>
            </a:fld>
            <a:endParaRPr lang="en-US" altLang="en-US"/>
          </a:p>
        </p:txBody>
      </p:sp>
    </p:spTree>
    <p:extLst>
      <p:ext uri="{BB962C8B-B14F-4D97-AF65-F5344CB8AC3E}">
        <p14:creationId xmlns:p14="http://schemas.microsoft.com/office/powerpoint/2010/main" val="747188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05980"/>
            <a:ext cx="18288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05980"/>
            <a:ext cx="55626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5C029259-7D89-41E5-8904-460DD55B937F}" type="datetimeFigureOut">
              <a:rPr lang="en-US"/>
              <a:pPr>
                <a:defRPr/>
              </a:pPr>
              <a:t>8/13/2026</a:t>
            </a:fld>
            <a:endParaRPr lang="en-US" dirty="0"/>
          </a:p>
        </p:txBody>
      </p:sp>
      <p:sp>
        <p:nvSpPr>
          <p:cNvPr id="5" name="Footer Placeholder 9"/>
          <p:cNvSpPr>
            <a:spLocks noGrp="1"/>
          </p:cNvSpPr>
          <p:nvPr>
            <p:ph type="ftr" sz="quarter" idx="11"/>
          </p:nvPr>
        </p:nvSpPr>
        <p:spPr/>
        <p:txBody>
          <a:bodyPr/>
          <a:lstStyle>
            <a:lvl1pPr>
              <a:defRPr/>
            </a:lvl1pPr>
          </a:lstStyle>
          <a:p>
            <a:pPr>
              <a:defRPr/>
            </a:pPr>
            <a:endParaRPr lang="en-US"/>
          </a:p>
        </p:txBody>
      </p:sp>
      <p:sp>
        <p:nvSpPr>
          <p:cNvPr id="6" name="Slide Number Placeholder 21"/>
          <p:cNvSpPr>
            <a:spLocks noGrp="1"/>
          </p:cNvSpPr>
          <p:nvPr>
            <p:ph type="sldNum" sz="quarter" idx="12"/>
          </p:nvPr>
        </p:nvSpPr>
        <p:spPr/>
        <p:txBody>
          <a:bodyPr/>
          <a:lstStyle>
            <a:lvl1pPr>
              <a:defRPr/>
            </a:lvl1pPr>
          </a:lstStyle>
          <a:p>
            <a:pPr>
              <a:defRPr/>
            </a:pPr>
            <a:fld id="{E83032BF-B0D0-4683-831B-707EDE59AA46}" type="slidenum">
              <a:rPr lang="en-US" altLang="en-US"/>
              <a:pPr>
                <a:defRPr/>
              </a:pPr>
              <a:t>‹#›</a:t>
            </a:fld>
            <a:endParaRPr lang="en-US" altLang="en-US"/>
          </a:p>
        </p:txBody>
      </p:sp>
    </p:spTree>
    <p:extLst>
      <p:ext uri="{BB962C8B-B14F-4D97-AF65-F5344CB8AC3E}">
        <p14:creationId xmlns:p14="http://schemas.microsoft.com/office/powerpoint/2010/main" val="3573317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Pie 6"/>
          <p:cNvSpPr/>
          <p:nvPr/>
        </p:nvSpPr>
        <p:spPr>
          <a:xfrm>
            <a:off x="-815975" y="-611188"/>
            <a:ext cx="1638300" cy="1228726"/>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Oval 7"/>
          <p:cNvSpPr/>
          <p:nvPr/>
        </p:nvSpPr>
        <p:spPr>
          <a:xfrm>
            <a:off x="168275" y="15875"/>
            <a:ext cx="1703388" cy="1277938"/>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1" name="Donut 10"/>
          <p:cNvSpPr/>
          <p:nvPr/>
        </p:nvSpPr>
        <p:spPr>
          <a:xfrm rot="2315675">
            <a:off x="182882" y="791308"/>
            <a:ext cx="1125717" cy="826968"/>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2" name="Rectangle 11"/>
          <p:cNvSpPr/>
          <p:nvPr/>
        </p:nvSpPr>
        <p:spPr>
          <a:xfrm>
            <a:off x="1012825" y="0"/>
            <a:ext cx="8131175"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Title Placeholder 4"/>
          <p:cNvSpPr>
            <a:spLocks noGrp="1"/>
          </p:cNvSpPr>
          <p:nvPr>
            <p:ph type="title"/>
          </p:nvPr>
        </p:nvSpPr>
        <p:spPr>
          <a:xfrm>
            <a:off x="1435100" y="206375"/>
            <a:ext cx="7499350" cy="857250"/>
          </a:xfrm>
          <a:prstGeom prst="rect">
            <a:avLst/>
          </a:prstGeom>
        </p:spPr>
        <p:txBody>
          <a:bodyPr anchor="ctr">
            <a:normAutofit/>
          </a:bodyPr>
          <a:lstStyle/>
          <a:p>
            <a:r>
              <a:rPr lang="en-US"/>
              <a:t>Click to edit Master title style</a:t>
            </a:r>
          </a:p>
        </p:txBody>
      </p:sp>
      <p:sp>
        <p:nvSpPr>
          <p:cNvPr id="1033" name="Text Placeholder 8"/>
          <p:cNvSpPr>
            <a:spLocks noGrp="1"/>
          </p:cNvSpPr>
          <p:nvPr>
            <p:ph type="body" idx="1"/>
          </p:nvPr>
        </p:nvSpPr>
        <p:spPr bwMode="auto">
          <a:xfrm>
            <a:off x="1435100" y="1085850"/>
            <a:ext cx="749935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 name="Date Placeholder 23"/>
          <p:cNvSpPr>
            <a:spLocks noGrp="1"/>
          </p:cNvSpPr>
          <p:nvPr>
            <p:ph type="dt" sz="half" idx="2"/>
          </p:nvPr>
        </p:nvSpPr>
        <p:spPr>
          <a:xfrm>
            <a:off x="3581400" y="4729163"/>
            <a:ext cx="2133600" cy="357187"/>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defRPr>
            </a:lvl1pPr>
            <a:extLst/>
          </a:lstStyle>
          <a:p>
            <a:pPr>
              <a:defRPr/>
            </a:pPr>
            <a:fld id="{83ABE690-BDD1-479D-830F-837DE8F1FF51}" type="datetimeFigureOut">
              <a:rPr lang="en-US"/>
              <a:pPr>
                <a:defRPr/>
              </a:pPr>
              <a:t>8/13/2026</a:t>
            </a:fld>
            <a:endParaRPr lang="en-US" dirty="0"/>
          </a:p>
        </p:txBody>
      </p:sp>
      <p:sp>
        <p:nvSpPr>
          <p:cNvPr id="10" name="Footer Placeholder 9"/>
          <p:cNvSpPr>
            <a:spLocks noGrp="1"/>
          </p:cNvSpPr>
          <p:nvPr>
            <p:ph type="ftr" sz="quarter" idx="3"/>
          </p:nvPr>
        </p:nvSpPr>
        <p:spPr>
          <a:xfrm>
            <a:off x="5715000" y="4729163"/>
            <a:ext cx="2895600" cy="357187"/>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endParaRPr lang="en-US"/>
          </a:p>
        </p:txBody>
      </p:sp>
      <p:sp>
        <p:nvSpPr>
          <p:cNvPr id="22" name="Slide Number Placeholder 21"/>
          <p:cNvSpPr>
            <a:spLocks noGrp="1"/>
          </p:cNvSpPr>
          <p:nvPr>
            <p:ph type="sldNum" sz="quarter" idx="4"/>
          </p:nvPr>
        </p:nvSpPr>
        <p:spPr>
          <a:xfrm>
            <a:off x="8613775" y="4729163"/>
            <a:ext cx="457200" cy="357187"/>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200">
                <a:solidFill>
                  <a:srgbClr val="93889F"/>
                </a:solidFill>
                <a:latin typeface="Bookman Old Style" pitchFamily="18" charset="0"/>
              </a:defRPr>
            </a:lvl1pPr>
          </a:lstStyle>
          <a:p>
            <a:pPr>
              <a:defRPr/>
            </a:pPr>
            <a:fld id="{A39DD800-12DD-4E5E-BF38-88B77574C336}" type="slidenum">
              <a:rPr lang="en-US" altLang="en-US"/>
              <a:pPr>
                <a:defRPr/>
              </a:pPr>
              <a:t>‹#›</a:t>
            </a:fld>
            <a:endParaRPr lang="en-US" altLang="en-US"/>
          </a:p>
        </p:txBody>
      </p:sp>
      <p:sp>
        <p:nvSpPr>
          <p:cNvPr id="15" name="Rectangle 14"/>
          <p:cNvSpPr/>
          <p:nvPr/>
        </p:nvSpPr>
        <p:spPr bwMode="invGray">
          <a:xfrm>
            <a:off x="1014413" y="0"/>
            <a:ext cx="73025" cy="51435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cSld>
  <p:clrMap bg1="lt1" tx1="dk1" bg2="lt2" tx2="dk2" accent1="accent1" accent2="accent2" accent3="accent3" accent4="accent4" accent5="accent5" accent6="accent6" hlink="hlink" folHlink="folHlink"/>
  <p:sldLayoutIdLst>
    <p:sldLayoutId id="2147484297" r:id="rId1"/>
    <p:sldLayoutId id="2147484292" r:id="rId2"/>
    <p:sldLayoutId id="2147484298" r:id="rId3"/>
    <p:sldLayoutId id="2147484293" r:id="rId4"/>
    <p:sldLayoutId id="2147484299" r:id="rId5"/>
    <p:sldLayoutId id="2147484294" r:id="rId6"/>
    <p:sldLayoutId id="2147484300" r:id="rId7"/>
    <p:sldLayoutId id="2147484301" r:id="rId8"/>
    <p:sldLayoutId id="2147484302" r:id="rId9"/>
    <p:sldLayoutId id="2147484295" r:id="rId10"/>
    <p:sldLayoutId id="2147484296" r:id="rId11"/>
  </p:sldLayoutIdLst>
  <p:txStyles>
    <p:titleStyle>
      <a:lvl1pPr algn="l" rtl="0" eaLnBrk="0" fontAlgn="base" hangingPunct="0">
        <a:spcBef>
          <a:spcPct val="0"/>
        </a:spcBef>
        <a:spcAft>
          <a:spcPct val="0"/>
        </a:spcAft>
        <a:defRPr sz="4300" kern="1200">
          <a:solidFill>
            <a:srgbClr val="69666E"/>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69666E"/>
          </a:solidFill>
          <a:latin typeface="Georgia" pitchFamily="18" charset="0"/>
        </a:defRPr>
      </a:lvl2pPr>
      <a:lvl3pPr algn="l" rtl="0" eaLnBrk="0" fontAlgn="base" hangingPunct="0">
        <a:spcBef>
          <a:spcPct val="0"/>
        </a:spcBef>
        <a:spcAft>
          <a:spcPct val="0"/>
        </a:spcAft>
        <a:defRPr sz="4300">
          <a:solidFill>
            <a:srgbClr val="69666E"/>
          </a:solidFill>
          <a:latin typeface="Georgia" pitchFamily="18" charset="0"/>
        </a:defRPr>
      </a:lvl3pPr>
      <a:lvl4pPr algn="l" rtl="0" eaLnBrk="0" fontAlgn="base" hangingPunct="0">
        <a:spcBef>
          <a:spcPct val="0"/>
        </a:spcBef>
        <a:spcAft>
          <a:spcPct val="0"/>
        </a:spcAft>
        <a:defRPr sz="4300">
          <a:solidFill>
            <a:srgbClr val="69666E"/>
          </a:solidFill>
          <a:latin typeface="Georgia" pitchFamily="18" charset="0"/>
        </a:defRPr>
      </a:lvl4pPr>
      <a:lvl5pPr algn="l" rtl="0" eaLnBrk="0" fontAlgn="base" hangingPunct="0">
        <a:spcBef>
          <a:spcPct val="0"/>
        </a:spcBef>
        <a:spcAft>
          <a:spcPct val="0"/>
        </a:spcAft>
        <a:defRPr sz="4300">
          <a:solidFill>
            <a:srgbClr val="69666E"/>
          </a:solidFill>
          <a:latin typeface="Georgia" pitchFamily="18" charset="0"/>
        </a:defRPr>
      </a:lvl5pPr>
      <a:lvl6pPr marL="457200" algn="l" rtl="0" fontAlgn="base">
        <a:spcBef>
          <a:spcPct val="0"/>
        </a:spcBef>
        <a:spcAft>
          <a:spcPct val="0"/>
        </a:spcAft>
        <a:defRPr sz="4300">
          <a:solidFill>
            <a:srgbClr val="69666E"/>
          </a:solidFill>
          <a:latin typeface="Rockwell" pitchFamily="18" charset="0"/>
        </a:defRPr>
      </a:lvl6pPr>
      <a:lvl7pPr marL="914400" algn="l" rtl="0" fontAlgn="base">
        <a:spcBef>
          <a:spcPct val="0"/>
        </a:spcBef>
        <a:spcAft>
          <a:spcPct val="0"/>
        </a:spcAft>
        <a:defRPr sz="4300">
          <a:solidFill>
            <a:srgbClr val="69666E"/>
          </a:solidFill>
          <a:latin typeface="Rockwell" pitchFamily="18" charset="0"/>
        </a:defRPr>
      </a:lvl7pPr>
      <a:lvl8pPr marL="1371600" algn="l" rtl="0" fontAlgn="base">
        <a:spcBef>
          <a:spcPct val="0"/>
        </a:spcBef>
        <a:spcAft>
          <a:spcPct val="0"/>
        </a:spcAft>
        <a:defRPr sz="4300">
          <a:solidFill>
            <a:srgbClr val="69666E"/>
          </a:solidFill>
          <a:latin typeface="Rockwell" pitchFamily="18" charset="0"/>
        </a:defRPr>
      </a:lvl8pPr>
      <a:lvl9pPr marL="1828800" algn="l" rtl="0" fontAlgn="base">
        <a:spcBef>
          <a:spcPct val="0"/>
        </a:spcBef>
        <a:spcAft>
          <a:spcPct val="0"/>
        </a:spcAft>
        <a:defRPr sz="4300">
          <a:solidFill>
            <a:srgbClr val="69666E"/>
          </a:solidFill>
          <a:latin typeface="Rockwell" pitchFamily="18"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6BB1C9"/>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6585CF"/>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6.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219074"/>
            <a:ext cx="7545387" cy="1162050"/>
          </a:xfrm>
        </p:spPr>
        <p:txBody>
          <a:bodyPr>
            <a:normAutofit/>
          </a:bodyPr>
          <a:lstStyle/>
          <a:p>
            <a:pPr eaLnBrk="1" fontAlgn="auto" hangingPunct="1">
              <a:spcAft>
                <a:spcPts val="0"/>
              </a:spcAft>
              <a:defRPr/>
            </a:pPr>
            <a:r>
              <a:rPr lang="en-US" sz="3200" b="1" i="1" dirty="0">
                <a:solidFill>
                  <a:schemeClr val="tx2">
                    <a:satMod val="130000"/>
                  </a:schemeClr>
                </a:solidFill>
                <a:ea typeface="Arial Unicode MS" pitchFamily="34" charset="-122"/>
                <a:cs typeface="Arial Unicode MS" pitchFamily="34" charset="-122"/>
              </a:rPr>
              <a:t>Module No. 1</a:t>
            </a:r>
            <a:br>
              <a:rPr lang="en-US" sz="3200" b="1" i="1" dirty="0">
                <a:solidFill>
                  <a:schemeClr val="tx2">
                    <a:satMod val="130000"/>
                  </a:schemeClr>
                </a:solidFill>
                <a:ea typeface="Arial Unicode MS" pitchFamily="34" charset="-122"/>
                <a:cs typeface="Arial Unicode MS" pitchFamily="34" charset="-122"/>
              </a:rPr>
            </a:br>
            <a:r>
              <a:rPr lang="en-US" sz="3200" b="1" i="1" dirty="0">
                <a:solidFill>
                  <a:schemeClr val="tx2">
                    <a:satMod val="130000"/>
                  </a:schemeClr>
                </a:solidFill>
                <a:ea typeface="Arial Unicode MS" pitchFamily="34" charset="-122"/>
                <a:cs typeface="Arial Unicode MS" pitchFamily="34" charset="-122"/>
              </a:rPr>
              <a:t>Introduction to Machine Learning </a:t>
            </a:r>
            <a:endParaRPr lang="en-US" sz="3200" dirty="0">
              <a:solidFill>
                <a:schemeClr val="tx2">
                  <a:satMod val="130000"/>
                </a:schemeClr>
              </a:solidFill>
            </a:endParaRPr>
          </a:p>
        </p:txBody>
      </p:sp>
      <p:sp>
        <p:nvSpPr>
          <p:cNvPr id="4" name="Subtitle 2"/>
          <p:cNvSpPr txBox="1">
            <a:spLocks/>
          </p:cNvSpPr>
          <p:nvPr/>
        </p:nvSpPr>
        <p:spPr bwMode="auto">
          <a:xfrm>
            <a:off x="7315200" y="4324350"/>
            <a:ext cx="3278187" cy="914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45720" numCol="1" anchor="t" anchorCtr="0" compatLnSpc="1">
            <a:prstTxWarp prst="textNoShape">
              <a:avLst/>
            </a:prstTxWarp>
            <a:normAutofit/>
          </a:bodyPr>
          <a:lstStyle>
            <a:lvl1pPr marL="27432" indent="0" algn="l" rtl="0" eaLnBrk="0" fontAlgn="base" hangingPunct="0">
              <a:spcBef>
                <a:spcPts val="600"/>
              </a:spcBef>
              <a:spcAft>
                <a:spcPct val="0"/>
              </a:spcAft>
              <a:buClr>
                <a:schemeClr val="accent1"/>
              </a:buClr>
              <a:buSzPct val="80000"/>
              <a:buFont typeface="Wingdings 2" pitchFamily="18" charset="2"/>
              <a:buNone/>
              <a:defRPr sz="2600" kern="1200">
                <a:solidFill>
                  <a:schemeClr val="tx2">
                    <a:shade val="30000"/>
                    <a:satMod val="150000"/>
                  </a:schemeClr>
                </a:solidFill>
                <a:latin typeface="+mn-lt"/>
                <a:ea typeface="+mn-ea"/>
                <a:cs typeface="+mn-cs"/>
              </a:defRPr>
            </a:lvl1pPr>
            <a:lvl2pPr marL="457200" indent="0" algn="ctr" rtl="0" eaLnBrk="0" fontAlgn="base" hangingPunct="0">
              <a:spcBef>
                <a:spcPts val="550"/>
              </a:spcBef>
              <a:spcAft>
                <a:spcPct val="0"/>
              </a:spcAft>
              <a:buClr>
                <a:schemeClr val="accent1"/>
              </a:buClr>
              <a:buFont typeface="Verdana" pitchFamily="34" charset="0"/>
              <a:buNone/>
              <a:defRPr sz="2800" kern="1200">
                <a:solidFill>
                  <a:schemeClr val="tx1"/>
                </a:solidFill>
                <a:latin typeface="+mn-lt"/>
                <a:ea typeface="+mn-ea"/>
                <a:cs typeface="+mn-cs"/>
              </a:defRPr>
            </a:lvl2pPr>
            <a:lvl3pPr marL="914400" indent="0" algn="ctr" rtl="0" eaLnBrk="0" fontAlgn="base" hangingPunct="0">
              <a:spcBef>
                <a:spcPct val="20000"/>
              </a:spcBef>
              <a:spcAft>
                <a:spcPct val="0"/>
              </a:spcAft>
              <a:buClr>
                <a:schemeClr val="accent2"/>
              </a:buClr>
              <a:buFont typeface="Wingdings 2" pitchFamily="18" charset="2"/>
              <a:buNone/>
              <a:defRPr sz="2400" kern="1200">
                <a:solidFill>
                  <a:schemeClr val="tx1"/>
                </a:solidFill>
                <a:latin typeface="+mn-lt"/>
                <a:ea typeface="+mn-ea"/>
                <a:cs typeface="+mn-cs"/>
              </a:defRPr>
            </a:lvl3pPr>
            <a:lvl4pPr marL="1371600" indent="0" algn="ctr" rtl="0" eaLnBrk="0" fontAlgn="base" hangingPunct="0">
              <a:spcBef>
                <a:spcPct val="20000"/>
              </a:spcBef>
              <a:spcAft>
                <a:spcPct val="0"/>
              </a:spcAft>
              <a:buClr>
                <a:srgbClr val="6BB1C9"/>
              </a:buClr>
              <a:buFont typeface="Wingdings 2" pitchFamily="18" charset="2"/>
              <a:buNone/>
              <a:defRPr sz="2000" kern="1200">
                <a:solidFill>
                  <a:schemeClr val="tx1"/>
                </a:solidFill>
                <a:latin typeface="+mn-lt"/>
                <a:ea typeface="+mn-ea"/>
                <a:cs typeface="+mn-cs"/>
              </a:defRPr>
            </a:lvl4pPr>
            <a:lvl5pPr marL="1828800" indent="0" algn="ctr" rtl="0" eaLnBrk="0" fontAlgn="base" hangingPunct="0">
              <a:spcBef>
                <a:spcPct val="20000"/>
              </a:spcBef>
              <a:spcAft>
                <a:spcPct val="0"/>
              </a:spcAft>
              <a:buClr>
                <a:srgbClr val="6585CF"/>
              </a:buClr>
              <a:buFont typeface="Wingdings 2" pitchFamily="18" charset="2"/>
              <a:buNone/>
              <a:defRPr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a:spcBef>
                <a:spcPts val="0"/>
              </a:spcBef>
            </a:pPr>
            <a:r>
              <a:rPr lang="en-IN" sz="1400" dirty="0"/>
              <a:t>	</a:t>
            </a:r>
          </a:p>
          <a:p>
            <a:pPr>
              <a:spcBef>
                <a:spcPts val="0"/>
              </a:spcBef>
            </a:pPr>
            <a:r>
              <a:rPr lang="en-US" sz="1400" dirty="0"/>
              <a:t>Dr. Mrunal Rane </a:t>
            </a:r>
          </a:p>
        </p:txBody>
      </p:sp>
      <p:pic>
        <p:nvPicPr>
          <p:cNvPr id="3" name="Picture 2">
            <a:extLst>
              <a:ext uri="{FF2B5EF4-FFF2-40B4-BE49-F238E27FC236}">
                <a16:creationId xmlns:a16="http://schemas.microsoft.com/office/drawing/2014/main" id="{ABC242DE-E9FC-E7CD-0343-5C302EC5A357}"/>
              </a:ext>
            </a:extLst>
          </p:cNvPr>
          <p:cNvPicPr>
            <a:picLocks noChangeAspect="1"/>
          </p:cNvPicPr>
          <p:nvPr/>
        </p:nvPicPr>
        <p:blipFill rotWithShape="1">
          <a:blip r:embed="rId2"/>
          <a:srcRect t="22894"/>
          <a:stretch/>
        </p:blipFill>
        <p:spPr>
          <a:xfrm>
            <a:off x="2438400" y="1504950"/>
            <a:ext cx="5250158" cy="2986020"/>
          </a:xfrm>
          <a:prstGeom prst="rect">
            <a:avLst/>
          </a:prstGeom>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a:pPr>
            <a:r>
              <a:rPr lang="en-US" sz="3200" dirty="0"/>
              <a:t>Syllabus : </a:t>
            </a:r>
          </a:p>
        </p:txBody>
      </p:sp>
      <p:sp>
        <p:nvSpPr>
          <p:cNvPr id="9219" name="Content Placeholder 2"/>
          <p:cNvSpPr>
            <a:spLocks noGrp="1"/>
          </p:cNvSpPr>
          <p:nvPr>
            <p:ph idx="1"/>
          </p:nvPr>
        </p:nvSpPr>
        <p:spPr/>
        <p:txBody>
          <a:bodyPr/>
          <a:lstStyle/>
          <a:p>
            <a:pPr>
              <a:spcBef>
                <a:spcPts val="0"/>
              </a:spcBef>
            </a:pPr>
            <a:r>
              <a:rPr lang="en-IN" sz="2400" b="1" dirty="0">
                <a:solidFill>
                  <a:srgbClr val="000000"/>
                </a:solidFill>
              </a:rPr>
              <a:t>Introduction to Machine Learning: </a:t>
            </a:r>
          </a:p>
          <a:p>
            <a:pPr lvl="1">
              <a:spcBef>
                <a:spcPts val="0"/>
              </a:spcBef>
            </a:pPr>
            <a:r>
              <a:rPr lang="en-US" sz="2400" dirty="0">
                <a:solidFill>
                  <a:srgbClr val="000000"/>
                </a:solidFill>
              </a:rPr>
              <a:t>Types of Machine Learning, Issues in Machine Learning, </a:t>
            </a:r>
          </a:p>
          <a:p>
            <a:pPr lvl="1">
              <a:spcBef>
                <a:spcPts val="0"/>
              </a:spcBef>
            </a:pPr>
            <a:r>
              <a:rPr lang="en-IN" sz="2400" dirty="0">
                <a:solidFill>
                  <a:srgbClr val="000000"/>
                </a:solidFill>
              </a:rPr>
              <a:t>Application of Machine Learning, </a:t>
            </a:r>
          </a:p>
          <a:p>
            <a:pPr lvl="1">
              <a:spcBef>
                <a:spcPts val="0"/>
              </a:spcBef>
            </a:pPr>
            <a:r>
              <a:rPr lang="en-US" sz="2400" dirty="0">
                <a:solidFill>
                  <a:srgbClr val="000000"/>
                </a:solidFill>
              </a:rPr>
              <a:t>Steps involved in developing a Machine Learning Application.</a:t>
            </a:r>
          </a:p>
          <a:p>
            <a:pPr lvl="1">
              <a:spcBef>
                <a:spcPts val="0"/>
              </a:spcBef>
            </a:pPr>
            <a:r>
              <a:rPr lang="en-US" sz="2400" dirty="0">
                <a:solidFill>
                  <a:srgbClr val="000000"/>
                </a:solidFill>
              </a:rPr>
              <a:t> </a:t>
            </a:r>
            <a:r>
              <a:rPr lang="en-US" sz="2400" b="1" dirty="0">
                <a:solidFill>
                  <a:srgbClr val="000000"/>
                </a:solidFill>
              </a:rPr>
              <a:t>Hypothesis and Inductive Bias </a:t>
            </a:r>
          </a:p>
        </p:txBody>
      </p:sp>
    </p:spTree>
    <p:extLst>
      <p:ext uri="{BB962C8B-B14F-4D97-AF65-F5344CB8AC3E}">
        <p14:creationId xmlns:p14="http://schemas.microsoft.com/office/powerpoint/2010/main" val="30573388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D04C5-3DB9-4AF2-9C18-02304804F5E1}"/>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D18A3D0B-D6F6-E61B-CC36-E72C9043B4DC}"/>
              </a:ext>
            </a:extLst>
          </p:cNvPr>
          <p:cNvPicPr>
            <a:picLocks noGrp="1" noChangeAspect="1"/>
          </p:cNvPicPr>
          <p:nvPr>
            <p:ph idx="1"/>
          </p:nvPr>
        </p:nvPicPr>
        <p:blipFill rotWithShape="1">
          <a:blip r:embed="rId2"/>
          <a:srcRect b="6666"/>
          <a:stretch/>
        </p:blipFill>
        <p:spPr>
          <a:xfrm>
            <a:off x="1524000" y="819150"/>
            <a:ext cx="7112000" cy="3733800"/>
          </a:xfrm>
          <a:prstGeom prst="rect">
            <a:avLst/>
          </a:prstGeom>
        </p:spPr>
      </p:pic>
    </p:spTree>
    <p:extLst>
      <p:ext uri="{BB962C8B-B14F-4D97-AF65-F5344CB8AC3E}">
        <p14:creationId xmlns:p14="http://schemas.microsoft.com/office/powerpoint/2010/main" val="2977792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lose up of a stuffed animal&#10;&#10;Description automatically generated">
            <a:extLst>
              <a:ext uri="{FF2B5EF4-FFF2-40B4-BE49-F238E27FC236}">
                <a16:creationId xmlns:a16="http://schemas.microsoft.com/office/drawing/2014/main" id="{633F0C4A-9145-2499-CD62-0C4C946D2349}"/>
              </a:ext>
            </a:extLst>
          </p:cNvPr>
          <p:cNvPicPr>
            <a:picLocks noChangeAspect="1"/>
          </p:cNvPicPr>
          <p:nvPr/>
        </p:nvPicPr>
        <p:blipFill rotWithShape="1">
          <a:blip r:embed="rId3"/>
          <a:srcRect l="2664" t="6831" r="4089" b="2085"/>
          <a:stretch>
            <a:fillRect/>
          </a:stretch>
        </p:blipFill>
        <p:spPr bwMode="auto">
          <a:xfrm>
            <a:off x="76200" y="57150"/>
            <a:ext cx="44005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A pink stuffed animal on a branch&#10;&#10;Description automatically generated">
            <a:extLst>
              <a:ext uri="{FF2B5EF4-FFF2-40B4-BE49-F238E27FC236}">
                <a16:creationId xmlns:a16="http://schemas.microsoft.com/office/drawing/2014/main" id="{56F737D9-745C-E611-910A-C19BC10AAE21}"/>
              </a:ext>
            </a:extLst>
          </p:cNvPr>
          <p:cNvPicPr>
            <a:picLocks noChangeAspect="1"/>
          </p:cNvPicPr>
          <p:nvPr/>
        </p:nvPicPr>
        <p:blipFill>
          <a:blip r:embed="rId4"/>
          <a:srcRect l="2139" t="3096" r="4464" b="3544"/>
          <a:stretch>
            <a:fillRect/>
          </a:stretch>
        </p:blipFill>
        <p:spPr>
          <a:xfrm>
            <a:off x="3679187" y="1962150"/>
            <a:ext cx="5388613" cy="3124200"/>
          </a:xfrm>
          <a:prstGeom prst="rect">
            <a:avLst/>
          </a:prstGeom>
        </p:spPr>
      </p:pic>
      <p:sp>
        <p:nvSpPr>
          <p:cNvPr id="7" name="Oval 6">
            <a:extLst>
              <a:ext uri="{FF2B5EF4-FFF2-40B4-BE49-F238E27FC236}">
                <a16:creationId xmlns:a16="http://schemas.microsoft.com/office/drawing/2014/main" id="{255C0892-15F1-8A67-3BA8-701A8DE18C1C}"/>
              </a:ext>
            </a:extLst>
          </p:cNvPr>
          <p:cNvSpPr/>
          <p:nvPr/>
        </p:nvSpPr>
        <p:spPr>
          <a:xfrm rot="21025476">
            <a:off x="5715000" y="3810920"/>
            <a:ext cx="1066800" cy="665829"/>
          </a:xfrm>
          <a:prstGeom prst="ellipse">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13D4597F-0A63-EB10-7078-806510A57E1C}"/>
              </a:ext>
            </a:extLst>
          </p:cNvPr>
          <p:cNvSpPr txBox="1"/>
          <p:nvPr/>
        </p:nvSpPr>
        <p:spPr>
          <a:xfrm>
            <a:off x="5029200" y="761821"/>
            <a:ext cx="3886200" cy="1200329"/>
          </a:xfrm>
          <a:prstGeom prst="rect">
            <a:avLst/>
          </a:prstGeom>
          <a:noFill/>
        </p:spPr>
        <p:txBody>
          <a:bodyPr wrap="square">
            <a:spAutoFit/>
          </a:bodyPr>
          <a:lstStyle/>
          <a:p>
            <a:r>
              <a:rPr lang="en-IN" dirty="0">
                <a:latin typeface="Bookman Old Style" panose="02050604050505020204" pitchFamily="18" charset="0"/>
              </a:rPr>
              <a:t>Training data </a:t>
            </a:r>
          </a:p>
          <a:p>
            <a:r>
              <a:rPr lang="en-IN" dirty="0">
                <a:latin typeface="Bookman Old Style" panose="02050604050505020204" pitchFamily="18" charset="0"/>
              </a:rPr>
              <a:t>→ Incomplete information </a:t>
            </a:r>
          </a:p>
          <a:p>
            <a:r>
              <a:rPr lang="en-IN" dirty="0">
                <a:latin typeface="Bookman Old Style" panose="02050604050505020204" pitchFamily="18" charset="0"/>
              </a:rPr>
              <a:t>→ Model makes assumptions </a:t>
            </a:r>
          </a:p>
          <a:p>
            <a:r>
              <a:rPr lang="en-IN" dirty="0">
                <a:latin typeface="Bookman Old Style" panose="02050604050505020204" pitchFamily="18" charset="0"/>
              </a:rPr>
              <a:t>→ Prediction</a:t>
            </a:r>
          </a:p>
        </p:txBody>
      </p:sp>
    </p:spTree>
    <p:extLst>
      <p:ext uri="{BB962C8B-B14F-4D97-AF65-F5344CB8AC3E}">
        <p14:creationId xmlns:p14="http://schemas.microsoft.com/office/powerpoint/2010/main" val="651361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8BF0A-C7F3-8375-A52B-99FA2327C983}"/>
              </a:ext>
            </a:extLst>
          </p:cNvPr>
          <p:cNvSpPr>
            <a:spLocks noGrp="1"/>
          </p:cNvSpPr>
          <p:nvPr>
            <p:ph type="title"/>
          </p:nvPr>
        </p:nvSpPr>
        <p:spPr>
          <a:xfrm>
            <a:off x="1295401" y="-41409"/>
            <a:ext cx="7499350" cy="536972"/>
          </a:xfrm>
        </p:spPr>
        <p:txBody>
          <a:bodyPr/>
          <a:lstStyle/>
          <a:p>
            <a:r>
              <a:rPr lang="en-US" dirty="0"/>
              <a:t>Supervised Learning</a:t>
            </a:r>
            <a:endParaRPr lang="en-IN" dirty="0"/>
          </a:p>
        </p:txBody>
      </p:sp>
      <p:pic>
        <p:nvPicPr>
          <p:cNvPr id="5" name="Content Placeholder 4">
            <a:extLst>
              <a:ext uri="{FF2B5EF4-FFF2-40B4-BE49-F238E27FC236}">
                <a16:creationId xmlns:a16="http://schemas.microsoft.com/office/drawing/2014/main" id="{D05BF1BE-8EEC-73D3-D1E0-8D7F2329D113}"/>
              </a:ext>
            </a:extLst>
          </p:cNvPr>
          <p:cNvPicPr>
            <a:picLocks noGrp="1" noChangeAspect="1"/>
          </p:cNvPicPr>
          <p:nvPr>
            <p:ph idx="1"/>
          </p:nvPr>
        </p:nvPicPr>
        <p:blipFill>
          <a:blip r:embed="rId2"/>
          <a:stretch>
            <a:fillRect/>
          </a:stretch>
        </p:blipFill>
        <p:spPr>
          <a:xfrm>
            <a:off x="1435100" y="1123950"/>
            <a:ext cx="7499350" cy="3192869"/>
          </a:xfrm>
          <a:prstGeom prst="rect">
            <a:avLst/>
          </a:prstGeom>
        </p:spPr>
      </p:pic>
      <p:sp>
        <p:nvSpPr>
          <p:cNvPr id="7" name="TextBox 6">
            <a:extLst>
              <a:ext uri="{FF2B5EF4-FFF2-40B4-BE49-F238E27FC236}">
                <a16:creationId xmlns:a16="http://schemas.microsoft.com/office/drawing/2014/main" id="{8F3A5EE1-780C-7F7E-225F-7889A13C3B58}"/>
              </a:ext>
            </a:extLst>
          </p:cNvPr>
          <p:cNvSpPr txBox="1"/>
          <p:nvPr/>
        </p:nvSpPr>
        <p:spPr>
          <a:xfrm>
            <a:off x="93749" y="2278617"/>
            <a:ext cx="1271502" cy="369332"/>
          </a:xfrm>
          <a:prstGeom prst="rect">
            <a:avLst/>
          </a:prstGeom>
          <a:noFill/>
        </p:spPr>
        <p:txBody>
          <a:bodyPr wrap="none" rtlCol="0">
            <a:spAutoFit/>
          </a:bodyPr>
          <a:lstStyle/>
          <a:p>
            <a:r>
              <a:rPr lang="en-US" dirty="0">
                <a:latin typeface="+mn-lt"/>
              </a:rPr>
              <a:t>Instances</a:t>
            </a:r>
            <a:endParaRPr lang="en-IN" dirty="0">
              <a:latin typeface="+mn-lt"/>
            </a:endParaRPr>
          </a:p>
        </p:txBody>
      </p:sp>
      <p:sp>
        <p:nvSpPr>
          <p:cNvPr id="8" name="TextBox 7">
            <a:extLst>
              <a:ext uri="{FF2B5EF4-FFF2-40B4-BE49-F238E27FC236}">
                <a16:creationId xmlns:a16="http://schemas.microsoft.com/office/drawing/2014/main" id="{74077D41-6991-FB24-DD14-2448948F4C4E}"/>
              </a:ext>
            </a:extLst>
          </p:cNvPr>
          <p:cNvSpPr txBox="1"/>
          <p:nvPr/>
        </p:nvSpPr>
        <p:spPr>
          <a:xfrm>
            <a:off x="2302182" y="587548"/>
            <a:ext cx="1552028" cy="369332"/>
          </a:xfrm>
          <a:prstGeom prst="rect">
            <a:avLst/>
          </a:prstGeom>
          <a:noFill/>
        </p:spPr>
        <p:txBody>
          <a:bodyPr wrap="none" rtlCol="0">
            <a:spAutoFit/>
          </a:bodyPr>
          <a:lstStyle/>
          <a:p>
            <a:r>
              <a:rPr lang="en-US" dirty="0">
                <a:solidFill>
                  <a:schemeClr val="accent6">
                    <a:lumMod val="50000"/>
                  </a:schemeClr>
                </a:solidFill>
                <a:latin typeface="+mn-lt"/>
              </a:rPr>
              <a:t>Features (X)</a:t>
            </a:r>
            <a:endParaRPr lang="en-IN" dirty="0">
              <a:solidFill>
                <a:schemeClr val="accent6">
                  <a:lumMod val="50000"/>
                </a:schemeClr>
              </a:solidFill>
              <a:latin typeface="+mn-lt"/>
            </a:endParaRPr>
          </a:p>
        </p:txBody>
      </p:sp>
      <p:sp>
        <p:nvSpPr>
          <p:cNvPr id="9" name="Left Brace 8">
            <a:extLst>
              <a:ext uri="{FF2B5EF4-FFF2-40B4-BE49-F238E27FC236}">
                <a16:creationId xmlns:a16="http://schemas.microsoft.com/office/drawing/2014/main" id="{061791B6-3AB5-1934-8BD3-9A69ED311C1E}"/>
              </a:ext>
            </a:extLst>
          </p:cNvPr>
          <p:cNvSpPr/>
          <p:nvPr/>
        </p:nvSpPr>
        <p:spPr>
          <a:xfrm>
            <a:off x="1295401" y="1352549"/>
            <a:ext cx="139700" cy="2590801"/>
          </a:xfrm>
          <a:prstGeom prst="leftBrac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0" name="Right Brace 9">
            <a:extLst>
              <a:ext uri="{FF2B5EF4-FFF2-40B4-BE49-F238E27FC236}">
                <a16:creationId xmlns:a16="http://schemas.microsoft.com/office/drawing/2014/main" id="{E2FF0E43-C731-540B-0DA2-7A6551DA0D53}"/>
              </a:ext>
            </a:extLst>
          </p:cNvPr>
          <p:cNvSpPr/>
          <p:nvPr/>
        </p:nvSpPr>
        <p:spPr>
          <a:xfrm rot="16200000">
            <a:off x="2842002" y="79749"/>
            <a:ext cx="183399" cy="1905001"/>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TextBox 10">
            <a:extLst>
              <a:ext uri="{FF2B5EF4-FFF2-40B4-BE49-F238E27FC236}">
                <a16:creationId xmlns:a16="http://schemas.microsoft.com/office/drawing/2014/main" id="{39D6415E-3540-D5C4-71D3-DA598E0C3A19}"/>
              </a:ext>
            </a:extLst>
          </p:cNvPr>
          <p:cNvSpPr txBox="1"/>
          <p:nvPr/>
        </p:nvSpPr>
        <p:spPr>
          <a:xfrm>
            <a:off x="3962400" y="754111"/>
            <a:ext cx="1361270" cy="369332"/>
          </a:xfrm>
          <a:prstGeom prst="rect">
            <a:avLst/>
          </a:prstGeom>
          <a:noFill/>
        </p:spPr>
        <p:txBody>
          <a:bodyPr wrap="none" rtlCol="0">
            <a:spAutoFit/>
          </a:bodyPr>
          <a:lstStyle/>
          <a:p>
            <a:r>
              <a:rPr lang="en-US" dirty="0">
                <a:solidFill>
                  <a:schemeClr val="accent6">
                    <a:lumMod val="50000"/>
                  </a:schemeClr>
                </a:solidFill>
                <a:latin typeface="+mn-lt"/>
              </a:rPr>
              <a:t>Output (Y)</a:t>
            </a:r>
            <a:endParaRPr lang="en-IN" dirty="0">
              <a:solidFill>
                <a:schemeClr val="accent6">
                  <a:lumMod val="50000"/>
                </a:schemeClr>
              </a:solidFill>
              <a:latin typeface="+mn-lt"/>
            </a:endParaRPr>
          </a:p>
        </p:txBody>
      </p:sp>
      <p:sp>
        <p:nvSpPr>
          <p:cNvPr id="12" name="TextBox 11">
            <a:extLst>
              <a:ext uri="{FF2B5EF4-FFF2-40B4-BE49-F238E27FC236}">
                <a16:creationId xmlns:a16="http://schemas.microsoft.com/office/drawing/2014/main" id="{21CFF643-308A-5A80-06B8-A6C867D412D8}"/>
              </a:ext>
            </a:extLst>
          </p:cNvPr>
          <p:cNvSpPr txBox="1"/>
          <p:nvPr/>
        </p:nvSpPr>
        <p:spPr>
          <a:xfrm>
            <a:off x="7864054" y="826681"/>
            <a:ext cx="1361270" cy="369332"/>
          </a:xfrm>
          <a:prstGeom prst="rect">
            <a:avLst/>
          </a:prstGeom>
          <a:noFill/>
        </p:spPr>
        <p:txBody>
          <a:bodyPr wrap="none" rtlCol="0">
            <a:spAutoFit/>
          </a:bodyPr>
          <a:lstStyle/>
          <a:p>
            <a:r>
              <a:rPr lang="en-US" dirty="0">
                <a:solidFill>
                  <a:schemeClr val="accent6">
                    <a:lumMod val="50000"/>
                  </a:schemeClr>
                </a:solidFill>
                <a:latin typeface="+mn-lt"/>
              </a:rPr>
              <a:t>Output (Y)</a:t>
            </a:r>
            <a:endParaRPr lang="en-IN" dirty="0">
              <a:solidFill>
                <a:schemeClr val="accent6">
                  <a:lumMod val="50000"/>
                </a:schemeClr>
              </a:solidFill>
              <a:latin typeface="+mn-lt"/>
            </a:endParaRPr>
          </a:p>
        </p:txBody>
      </p:sp>
      <p:sp>
        <p:nvSpPr>
          <p:cNvPr id="13" name="TextBox 12">
            <a:extLst>
              <a:ext uri="{FF2B5EF4-FFF2-40B4-BE49-F238E27FC236}">
                <a16:creationId xmlns:a16="http://schemas.microsoft.com/office/drawing/2014/main" id="{E3A34A7B-CD1D-9DED-0C04-920A8216ED5B}"/>
              </a:ext>
            </a:extLst>
          </p:cNvPr>
          <p:cNvSpPr txBox="1"/>
          <p:nvPr/>
        </p:nvSpPr>
        <p:spPr>
          <a:xfrm>
            <a:off x="5943600" y="587548"/>
            <a:ext cx="1552028" cy="369332"/>
          </a:xfrm>
          <a:prstGeom prst="rect">
            <a:avLst/>
          </a:prstGeom>
          <a:noFill/>
        </p:spPr>
        <p:txBody>
          <a:bodyPr wrap="none" rtlCol="0">
            <a:spAutoFit/>
          </a:bodyPr>
          <a:lstStyle/>
          <a:p>
            <a:r>
              <a:rPr lang="en-US" dirty="0">
                <a:solidFill>
                  <a:schemeClr val="accent6">
                    <a:lumMod val="50000"/>
                  </a:schemeClr>
                </a:solidFill>
                <a:latin typeface="+mn-lt"/>
              </a:rPr>
              <a:t>Features (X)</a:t>
            </a:r>
            <a:endParaRPr lang="en-IN" dirty="0">
              <a:solidFill>
                <a:schemeClr val="accent6">
                  <a:lumMod val="50000"/>
                </a:schemeClr>
              </a:solidFill>
              <a:latin typeface="+mn-lt"/>
            </a:endParaRPr>
          </a:p>
        </p:txBody>
      </p:sp>
      <p:sp>
        <p:nvSpPr>
          <p:cNvPr id="14" name="Right Brace 13">
            <a:extLst>
              <a:ext uri="{FF2B5EF4-FFF2-40B4-BE49-F238E27FC236}">
                <a16:creationId xmlns:a16="http://schemas.microsoft.com/office/drawing/2014/main" id="{02B7101E-2682-E949-7A0B-C0151A752CB1}"/>
              </a:ext>
            </a:extLst>
          </p:cNvPr>
          <p:cNvSpPr/>
          <p:nvPr/>
        </p:nvSpPr>
        <p:spPr>
          <a:xfrm rot="16200000">
            <a:off x="6500251" y="-169104"/>
            <a:ext cx="183399" cy="2360899"/>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5" name="TextBox 14">
            <a:extLst>
              <a:ext uri="{FF2B5EF4-FFF2-40B4-BE49-F238E27FC236}">
                <a16:creationId xmlns:a16="http://schemas.microsoft.com/office/drawing/2014/main" id="{46F83211-C51F-35DA-EB79-3F8571081AC4}"/>
              </a:ext>
            </a:extLst>
          </p:cNvPr>
          <p:cNvSpPr txBox="1"/>
          <p:nvPr/>
        </p:nvSpPr>
        <p:spPr>
          <a:xfrm>
            <a:off x="4132551" y="3939694"/>
            <a:ext cx="1007007" cy="338554"/>
          </a:xfrm>
          <a:prstGeom prst="rect">
            <a:avLst/>
          </a:prstGeom>
          <a:noFill/>
        </p:spPr>
        <p:txBody>
          <a:bodyPr wrap="none" rtlCol="0">
            <a:spAutoFit/>
          </a:bodyPr>
          <a:lstStyle/>
          <a:p>
            <a:r>
              <a:rPr lang="en-US" sz="1600" dirty="0">
                <a:solidFill>
                  <a:srgbClr val="FF0000"/>
                </a:solidFill>
                <a:latin typeface="+mn-lt"/>
              </a:rPr>
              <a:t>Discrete</a:t>
            </a:r>
            <a:endParaRPr lang="en-IN" sz="1600" dirty="0">
              <a:solidFill>
                <a:srgbClr val="FF0000"/>
              </a:solidFill>
              <a:latin typeface="+mn-lt"/>
            </a:endParaRPr>
          </a:p>
        </p:txBody>
      </p:sp>
      <p:sp>
        <p:nvSpPr>
          <p:cNvPr id="16" name="TextBox 15">
            <a:extLst>
              <a:ext uri="{FF2B5EF4-FFF2-40B4-BE49-F238E27FC236}">
                <a16:creationId xmlns:a16="http://schemas.microsoft.com/office/drawing/2014/main" id="{BA6362D4-4037-7644-FBA6-8796098BD106}"/>
              </a:ext>
            </a:extLst>
          </p:cNvPr>
          <p:cNvSpPr txBox="1"/>
          <p:nvPr/>
        </p:nvSpPr>
        <p:spPr>
          <a:xfrm>
            <a:off x="7772024" y="3908916"/>
            <a:ext cx="1366080" cy="338554"/>
          </a:xfrm>
          <a:prstGeom prst="rect">
            <a:avLst/>
          </a:prstGeom>
          <a:noFill/>
        </p:spPr>
        <p:txBody>
          <a:bodyPr wrap="none" rtlCol="0">
            <a:spAutoFit/>
          </a:bodyPr>
          <a:lstStyle/>
          <a:p>
            <a:r>
              <a:rPr lang="en-US" sz="1600" dirty="0">
                <a:solidFill>
                  <a:srgbClr val="FF0000"/>
                </a:solidFill>
                <a:latin typeface="+mn-lt"/>
              </a:rPr>
              <a:t>Continuous</a:t>
            </a:r>
            <a:endParaRPr lang="en-IN" sz="1600" dirty="0">
              <a:solidFill>
                <a:srgbClr val="FF0000"/>
              </a:solidFill>
              <a:latin typeface="+mn-lt"/>
            </a:endParaRPr>
          </a:p>
        </p:txBody>
      </p:sp>
      <p:sp>
        <p:nvSpPr>
          <p:cNvPr id="3" name="Rectangle 2">
            <a:extLst>
              <a:ext uri="{FF2B5EF4-FFF2-40B4-BE49-F238E27FC236}">
                <a16:creationId xmlns:a16="http://schemas.microsoft.com/office/drawing/2014/main" id="{5B9F901E-4A22-BBB2-91B0-B1E671A6379C}"/>
              </a:ext>
            </a:extLst>
          </p:cNvPr>
          <p:cNvSpPr/>
          <p:nvPr/>
        </p:nvSpPr>
        <p:spPr>
          <a:xfrm>
            <a:off x="2895600" y="4095750"/>
            <a:ext cx="1295400" cy="2034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80DACB3A-DF10-58B5-6284-D6B1FEBC739D}"/>
              </a:ext>
            </a:extLst>
          </p:cNvPr>
          <p:cNvSpPr/>
          <p:nvPr/>
        </p:nvSpPr>
        <p:spPr>
          <a:xfrm>
            <a:off x="6541608" y="4113416"/>
            <a:ext cx="1295400" cy="2034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1135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3"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5AF45-A22D-F75F-1DFA-09BC0EA6F400}"/>
              </a:ext>
            </a:extLst>
          </p:cNvPr>
          <p:cNvSpPr>
            <a:spLocks noGrp="1"/>
          </p:cNvSpPr>
          <p:nvPr>
            <p:ph type="title"/>
          </p:nvPr>
        </p:nvSpPr>
        <p:spPr/>
        <p:txBody>
          <a:bodyPr/>
          <a:lstStyle/>
          <a:p>
            <a:r>
              <a:rPr lang="en-US" dirty="0"/>
              <a:t>Feature space</a:t>
            </a:r>
            <a:endParaRPr lang="en-IN" dirty="0"/>
          </a:p>
        </p:txBody>
      </p:sp>
      <p:graphicFrame>
        <p:nvGraphicFramePr>
          <p:cNvPr id="6" name="Content Placeholder 5">
            <a:extLst>
              <a:ext uri="{FF2B5EF4-FFF2-40B4-BE49-F238E27FC236}">
                <a16:creationId xmlns:a16="http://schemas.microsoft.com/office/drawing/2014/main" id="{BEC952D2-28F9-A945-8F90-61E07CC5783B}"/>
              </a:ext>
            </a:extLst>
          </p:cNvPr>
          <p:cNvGraphicFramePr>
            <a:graphicFrameLocks noGrp="1"/>
          </p:cNvGraphicFramePr>
          <p:nvPr>
            <p:ph idx="1"/>
            <p:extLst>
              <p:ext uri="{D42A27DB-BD31-4B8C-83A1-F6EECF244321}">
                <p14:modId xmlns:p14="http://schemas.microsoft.com/office/powerpoint/2010/main" val="3498155470"/>
              </p:ext>
            </p:extLst>
          </p:nvPr>
        </p:nvGraphicFramePr>
        <p:xfrm>
          <a:off x="1219200" y="819150"/>
          <a:ext cx="7499350" cy="40005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1349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9A1-B9D9-B0CD-BD12-9CBA755C51E4}"/>
              </a:ext>
            </a:extLst>
          </p:cNvPr>
          <p:cNvSpPr>
            <a:spLocks noGrp="1"/>
          </p:cNvSpPr>
          <p:nvPr>
            <p:ph type="title"/>
          </p:nvPr>
        </p:nvSpPr>
        <p:spPr>
          <a:xfrm>
            <a:off x="1066800" y="221154"/>
            <a:ext cx="3838688" cy="334867"/>
          </a:xfrm>
        </p:spPr>
        <p:txBody>
          <a:bodyPr>
            <a:normAutofit fontScale="90000"/>
          </a:bodyPr>
          <a:lstStyle/>
          <a:p>
            <a:r>
              <a:rPr lang="en-IN" dirty="0"/>
              <a:t>Hypothesis</a:t>
            </a:r>
          </a:p>
        </p:txBody>
      </p:sp>
      <p:sp>
        <p:nvSpPr>
          <p:cNvPr id="6" name="Content Placeholder 5">
            <a:extLst>
              <a:ext uri="{FF2B5EF4-FFF2-40B4-BE49-F238E27FC236}">
                <a16:creationId xmlns:a16="http://schemas.microsoft.com/office/drawing/2014/main" id="{D5F0AFE2-33D7-1DA3-8B54-406F432B2829}"/>
              </a:ext>
            </a:extLst>
          </p:cNvPr>
          <p:cNvSpPr>
            <a:spLocks noGrp="1"/>
          </p:cNvSpPr>
          <p:nvPr>
            <p:ph idx="1"/>
          </p:nvPr>
        </p:nvSpPr>
        <p:spPr>
          <a:xfrm>
            <a:off x="4648200" y="133350"/>
            <a:ext cx="4362450" cy="3581400"/>
          </a:xfrm>
        </p:spPr>
        <p:txBody>
          <a:bodyPr/>
          <a:lstStyle/>
          <a:p>
            <a:r>
              <a:rPr lang="en-US" sz="1800" b="1" dirty="0"/>
              <a:t>Hypothesis (h)</a:t>
            </a:r>
          </a:p>
          <a:p>
            <a:pPr marL="403225" lvl="1" indent="0">
              <a:buNone/>
            </a:pPr>
            <a:r>
              <a:rPr lang="en-US" sz="1800" dirty="0"/>
              <a:t>A hypothesis is a function that best describes the target in supervised machine learning. The hypothesis that an algorithm would come up depends upon the data and also depends upon the restrictions and bias that we have imposed on the data.</a:t>
            </a:r>
            <a:endParaRPr lang="en-IN" sz="1800" dirty="0"/>
          </a:p>
        </p:txBody>
      </p:sp>
      <p:pic>
        <p:nvPicPr>
          <p:cNvPr id="1026" name="Picture 2" descr="Hypothesis_Geeksforgeeks">
            <a:extLst>
              <a:ext uri="{FF2B5EF4-FFF2-40B4-BE49-F238E27FC236}">
                <a16:creationId xmlns:a16="http://schemas.microsoft.com/office/drawing/2014/main" id="{8FB5E8AE-193A-5880-C821-07110F76A8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023937"/>
            <a:ext cx="4003550" cy="269081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1DDACE1-6D0D-075D-E83F-578FEDE636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87" y="1200150"/>
            <a:ext cx="3638514" cy="24191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4D70135-B8C5-6A84-0272-C53F51D798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2442" y="1222231"/>
            <a:ext cx="3520851" cy="261461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E2AE2C3-5B4B-FE33-0021-9E2D76018C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2277" y="1068379"/>
            <a:ext cx="3520851" cy="3058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989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AAB4C-D02C-EE52-80C4-59CEEC87944F}"/>
              </a:ext>
            </a:extLst>
          </p:cNvPr>
          <p:cNvSpPr>
            <a:spLocks noGrp="1"/>
          </p:cNvSpPr>
          <p:nvPr>
            <p:ph type="title"/>
          </p:nvPr>
        </p:nvSpPr>
        <p:spPr/>
        <p:txBody>
          <a:bodyPr/>
          <a:lstStyle/>
          <a:p>
            <a:endParaRPr lang="en-IN"/>
          </a:p>
        </p:txBody>
      </p:sp>
      <p:pic>
        <p:nvPicPr>
          <p:cNvPr id="2050" name="Picture 2" descr="Possible hypothesis-Geeksforgeeks">
            <a:extLst>
              <a:ext uri="{FF2B5EF4-FFF2-40B4-BE49-F238E27FC236}">
                <a16:creationId xmlns:a16="http://schemas.microsoft.com/office/drawing/2014/main" id="{2571E421-85F1-28BE-B6CC-2F87A736C1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5100" y="706438"/>
            <a:ext cx="7505529" cy="3770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1203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F46F8-4021-E592-E99B-4863F9D70C99}"/>
              </a:ext>
            </a:extLst>
          </p:cNvPr>
          <p:cNvSpPr>
            <a:spLocks noGrp="1"/>
          </p:cNvSpPr>
          <p:nvPr>
            <p:ph type="title"/>
          </p:nvPr>
        </p:nvSpPr>
        <p:spPr>
          <a:xfrm>
            <a:off x="1127125" y="106918"/>
            <a:ext cx="7499350" cy="536972"/>
          </a:xfrm>
        </p:spPr>
        <p:txBody>
          <a:bodyPr/>
          <a:lstStyle/>
          <a:p>
            <a:r>
              <a:rPr lang="en-US" dirty="0"/>
              <a:t>Hypothesis</a:t>
            </a:r>
            <a:endParaRPr lang="en-IN" dirty="0"/>
          </a:p>
        </p:txBody>
      </p:sp>
      <p:pic>
        <p:nvPicPr>
          <p:cNvPr id="4" name="Content Placeholder 3">
            <a:extLst>
              <a:ext uri="{FF2B5EF4-FFF2-40B4-BE49-F238E27FC236}">
                <a16:creationId xmlns:a16="http://schemas.microsoft.com/office/drawing/2014/main" id="{EE1EEFF5-931E-D63F-8037-8276512322F4}"/>
              </a:ext>
            </a:extLst>
          </p:cNvPr>
          <p:cNvPicPr>
            <a:picLocks noGrp="1" noChangeAspect="1"/>
          </p:cNvPicPr>
          <p:nvPr>
            <p:ph idx="1"/>
          </p:nvPr>
        </p:nvPicPr>
        <p:blipFill rotWithShape="1">
          <a:blip r:embed="rId2"/>
          <a:srcRect t="6662"/>
          <a:stretch/>
        </p:blipFill>
        <p:spPr>
          <a:xfrm>
            <a:off x="1295400" y="819150"/>
            <a:ext cx="3810000" cy="2222592"/>
          </a:xfrm>
          <a:prstGeom prst="rect">
            <a:avLst/>
          </a:prstGeom>
        </p:spPr>
      </p:pic>
      <p:sp>
        <p:nvSpPr>
          <p:cNvPr id="3" name="Content Placeholder 2">
            <a:extLst>
              <a:ext uri="{FF2B5EF4-FFF2-40B4-BE49-F238E27FC236}">
                <a16:creationId xmlns:a16="http://schemas.microsoft.com/office/drawing/2014/main" id="{B75ED211-D986-31D5-F2FE-B15170902154}"/>
              </a:ext>
            </a:extLst>
          </p:cNvPr>
          <p:cNvSpPr txBox="1">
            <a:spLocks/>
          </p:cNvSpPr>
          <p:nvPr/>
        </p:nvSpPr>
        <p:spPr bwMode="auto">
          <a:xfrm>
            <a:off x="4876800" y="0"/>
            <a:ext cx="405765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65125" indent="-282575" algn="just" rtl="0" eaLnBrk="0" fontAlgn="base" hangingPunct="0">
              <a:lnSpc>
                <a:spcPct val="150000"/>
              </a:lnSpc>
              <a:spcBef>
                <a:spcPts val="600"/>
              </a:spcBef>
              <a:spcAft>
                <a:spcPct val="0"/>
              </a:spcAft>
              <a:buClr>
                <a:schemeClr val="accent1"/>
              </a:buClr>
              <a:buSzPct val="80000"/>
              <a:buFont typeface="Wingdings 2" pitchFamily="18" charset="2"/>
              <a:buChar char=""/>
              <a:defRPr sz="2400" kern="1200">
                <a:solidFill>
                  <a:schemeClr val="tx1"/>
                </a:solidFill>
                <a:latin typeface="+mn-lt"/>
                <a:ea typeface="+mn-ea"/>
                <a:cs typeface="+mn-cs"/>
              </a:defRPr>
            </a:lvl1pPr>
            <a:lvl2pPr marL="639763" indent="-236538" algn="just" rtl="0" eaLnBrk="0" fontAlgn="base" hangingPunct="0">
              <a:lnSpc>
                <a:spcPct val="150000"/>
              </a:lnSpc>
              <a:spcBef>
                <a:spcPts val="550"/>
              </a:spcBef>
              <a:spcAft>
                <a:spcPct val="0"/>
              </a:spcAft>
              <a:buClr>
                <a:schemeClr val="accent1"/>
              </a:buClr>
              <a:buFont typeface="Verdana" pitchFamily="34" charset="0"/>
              <a:buChar char="◦"/>
              <a:defRPr sz="2000" kern="1200">
                <a:solidFill>
                  <a:schemeClr val="tx1"/>
                </a:solidFill>
                <a:latin typeface="+mn-lt"/>
                <a:ea typeface="+mn-ea"/>
                <a:cs typeface="+mn-cs"/>
              </a:defRPr>
            </a:lvl2pPr>
            <a:lvl3pPr marL="885825" indent="-228600" algn="just" rtl="0" eaLnBrk="0" fontAlgn="base" hangingPunct="0">
              <a:lnSpc>
                <a:spcPct val="150000"/>
              </a:lnSpc>
              <a:spcBef>
                <a:spcPct val="20000"/>
              </a:spcBef>
              <a:spcAft>
                <a:spcPct val="0"/>
              </a:spcAft>
              <a:buClr>
                <a:schemeClr val="accent2"/>
              </a:buClr>
              <a:buFont typeface="Wingdings 2" pitchFamily="18" charset="2"/>
              <a:buChar char=""/>
              <a:defRPr sz="1800" kern="1200">
                <a:solidFill>
                  <a:schemeClr val="tx1"/>
                </a:solidFill>
                <a:latin typeface="+mn-lt"/>
                <a:ea typeface="+mn-ea"/>
                <a:cs typeface="+mn-cs"/>
              </a:defRPr>
            </a:lvl3pPr>
            <a:lvl4pPr marL="1096963" indent="-173038" algn="just" rtl="0" eaLnBrk="0" fontAlgn="base" hangingPunct="0">
              <a:lnSpc>
                <a:spcPct val="150000"/>
              </a:lnSpc>
              <a:spcBef>
                <a:spcPct val="20000"/>
              </a:spcBef>
              <a:spcAft>
                <a:spcPct val="0"/>
              </a:spcAft>
              <a:buClr>
                <a:srgbClr val="6BB1C9"/>
              </a:buClr>
              <a:buFont typeface="Wingdings 2" pitchFamily="18" charset="2"/>
              <a:buChar char=""/>
              <a:defRPr sz="1600" kern="1200">
                <a:solidFill>
                  <a:schemeClr val="tx1"/>
                </a:solidFill>
                <a:latin typeface="+mn-lt"/>
                <a:ea typeface="+mn-ea"/>
                <a:cs typeface="+mn-cs"/>
              </a:defRPr>
            </a:lvl4pPr>
            <a:lvl5pPr marL="1296988" indent="-182563" algn="just" rtl="0" eaLnBrk="0" fontAlgn="base" hangingPunct="0">
              <a:lnSpc>
                <a:spcPct val="150000"/>
              </a:lnSpc>
              <a:spcBef>
                <a:spcPct val="20000"/>
              </a:spcBef>
              <a:spcAft>
                <a:spcPct val="0"/>
              </a:spcAft>
              <a:buClr>
                <a:srgbClr val="6585CF"/>
              </a:buClr>
              <a:buFont typeface="Wingdings 2" pitchFamily="18" charset="2"/>
              <a:buChar char=""/>
              <a:defRPr sz="105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r>
              <a:rPr lang="en-US" sz="1800" b="1" dirty="0"/>
              <a:t>Hypothesis Space (H)</a:t>
            </a:r>
          </a:p>
          <a:p>
            <a:pPr marL="403225" lvl="1" indent="0">
              <a:buNone/>
            </a:pPr>
            <a:r>
              <a:rPr lang="en-US" sz="1800" dirty="0"/>
              <a:t>Hypothesis space is the set of all the possible legal hypothesis. This is the set from which the machine learning algorithm would determine the best possible (only one) which would best describe the target function or the outputs.</a:t>
            </a:r>
            <a:endParaRPr lang="en-IN" sz="1800" dirty="0"/>
          </a:p>
        </p:txBody>
      </p:sp>
    </p:spTree>
    <p:extLst>
      <p:ext uri="{BB962C8B-B14F-4D97-AF65-F5344CB8AC3E}">
        <p14:creationId xmlns:p14="http://schemas.microsoft.com/office/powerpoint/2010/main" val="2736501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2586-070F-13A0-3F15-D70F0851A61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348188F-83B0-740C-5C1E-77FCCC4841E3}"/>
              </a:ext>
            </a:extLst>
          </p:cNvPr>
          <p:cNvSpPr>
            <a:spLocks noGrp="1"/>
          </p:cNvSpPr>
          <p:nvPr>
            <p:ph idx="1"/>
          </p:nvPr>
        </p:nvSpPr>
        <p:spPr/>
        <p:txBody>
          <a:bodyPr/>
          <a:lstStyle/>
          <a:p>
            <a:pPr marL="82550" indent="0">
              <a:buNone/>
            </a:pPr>
            <a:r>
              <a:rPr lang="en-IN" dirty="0"/>
              <a:t>Data:</a:t>
            </a:r>
          </a:p>
        </p:txBody>
      </p:sp>
      <p:pic>
        <p:nvPicPr>
          <p:cNvPr id="5" name="Picture 4">
            <a:extLst>
              <a:ext uri="{FF2B5EF4-FFF2-40B4-BE49-F238E27FC236}">
                <a16:creationId xmlns:a16="http://schemas.microsoft.com/office/drawing/2014/main" id="{3C800AB7-FBE0-EA0C-EBD7-383EFF87D7AF}"/>
              </a:ext>
            </a:extLst>
          </p:cNvPr>
          <p:cNvPicPr>
            <a:picLocks noChangeAspect="1"/>
          </p:cNvPicPr>
          <p:nvPr/>
        </p:nvPicPr>
        <p:blipFill>
          <a:blip r:embed="rId2"/>
          <a:stretch>
            <a:fillRect/>
          </a:stretch>
        </p:blipFill>
        <p:spPr>
          <a:xfrm>
            <a:off x="1524000" y="1334507"/>
            <a:ext cx="3265281" cy="2974603"/>
          </a:xfrm>
          <a:prstGeom prst="rect">
            <a:avLst/>
          </a:prstGeom>
        </p:spPr>
      </p:pic>
      <p:sp>
        <p:nvSpPr>
          <p:cNvPr id="6" name="TextBox 5">
            <a:extLst>
              <a:ext uri="{FF2B5EF4-FFF2-40B4-BE49-F238E27FC236}">
                <a16:creationId xmlns:a16="http://schemas.microsoft.com/office/drawing/2014/main" id="{ACD917C2-2577-A0C1-0E64-A38FF90AE3B0}"/>
              </a:ext>
            </a:extLst>
          </p:cNvPr>
          <p:cNvSpPr txBox="1"/>
          <p:nvPr/>
        </p:nvSpPr>
        <p:spPr>
          <a:xfrm>
            <a:off x="4876800" y="2495550"/>
            <a:ext cx="1447800" cy="461665"/>
          </a:xfrm>
          <a:prstGeom prst="rect">
            <a:avLst/>
          </a:prstGeom>
          <a:noFill/>
        </p:spPr>
        <p:txBody>
          <a:bodyPr wrap="square" rtlCol="0">
            <a:spAutoFit/>
          </a:bodyPr>
          <a:lstStyle/>
          <a:p>
            <a:r>
              <a:rPr lang="en-IN" sz="2400" dirty="0">
                <a:latin typeface="+mn-lt"/>
              </a:rPr>
              <a:t>Model?   </a:t>
            </a:r>
          </a:p>
        </p:txBody>
      </p:sp>
      <p:sp>
        <p:nvSpPr>
          <p:cNvPr id="7" name="Arrow: Right 6">
            <a:extLst>
              <a:ext uri="{FF2B5EF4-FFF2-40B4-BE49-F238E27FC236}">
                <a16:creationId xmlns:a16="http://schemas.microsoft.com/office/drawing/2014/main" id="{C42D8771-2D98-FE4F-2457-03AD3E81BD93}"/>
              </a:ext>
            </a:extLst>
          </p:cNvPr>
          <p:cNvSpPr/>
          <p:nvPr/>
        </p:nvSpPr>
        <p:spPr>
          <a:xfrm>
            <a:off x="6134100" y="2571750"/>
            <a:ext cx="609600" cy="304800"/>
          </a:xfrm>
          <a:prstGeom prst="right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F75B886A-F9D4-D5C5-E0E6-16456DF6F32E}"/>
              </a:ext>
            </a:extLst>
          </p:cNvPr>
          <p:cNvSpPr txBox="1"/>
          <p:nvPr/>
        </p:nvSpPr>
        <p:spPr>
          <a:xfrm>
            <a:off x="6793118" y="2495550"/>
            <a:ext cx="2228851" cy="461665"/>
          </a:xfrm>
          <a:prstGeom prst="rect">
            <a:avLst/>
          </a:prstGeom>
          <a:noFill/>
        </p:spPr>
        <p:txBody>
          <a:bodyPr wrap="square" rtlCol="0">
            <a:spAutoFit/>
          </a:bodyPr>
          <a:lstStyle/>
          <a:p>
            <a:r>
              <a:rPr lang="en-IN" sz="2400" dirty="0">
                <a:latin typeface="+mn-lt"/>
              </a:rPr>
              <a:t>Hypothesis?   </a:t>
            </a:r>
          </a:p>
        </p:txBody>
      </p:sp>
    </p:spTree>
    <p:extLst>
      <p:ext uri="{BB962C8B-B14F-4D97-AF65-F5344CB8AC3E}">
        <p14:creationId xmlns:p14="http://schemas.microsoft.com/office/powerpoint/2010/main" val="1049566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5E178-E0D6-BDC3-95AB-B8106E1BBB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BF3A2B-A458-F83F-F7A8-74EF8429FD09}"/>
              </a:ext>
            </a:extLst>
          </p:cNvPr>
          <p:cNvSpPr>
            <a:spLocks noGrp="1"/>
          </p:cNvSpPr>
          <p:nvPr>
            <p:ph idx="1"/>
          </p:nvPr>
        </p:nvSpPr>
        <p:spPr/>
        <p:txBody>
          <a:bodyPr/>
          <a:lstStyle/>
          <a:p>
            <a:r>
              <a:rPr lang="en-IN" dirty="0"/>
              <a:t>Data</a:t>
            </a:r>
          </a:p>
        </p:txBody>
      </p:sp>
      <p:pic>
        <p:nvPicPr>
          <p:cNvPr id="4" name="Picture 3">
            <a:extLst>
              <a:ext uri="{FF2B5EF4-FFF2-40B4-BE49-F238E27FC236}">
                <a16:creationId xmlns:a16="http://schemas.microsoft.com/office/drawing/2014/main" id="{BB189768-338D-0667-D9CD-5B70D40E45D0}"/>
              </a:ext>
            </a:extLst>
          </p:cNvPr>
          <p:cNvPicPr>
            <a:picLocks noChangeAspect="1"/>
          </p:cNvPicPr>
          <p:nvPr/>
        </p:nvPicPr>
        <p:blipFill>
          <a:blip r:embed="rId2"/>
          <a:stretch>
            <a:fillRect/>
          </a:stretch>
        </p:blipFill>
        <p:spPr>
          <a:xfrm>
            <a:off x="1524000" y="1334507"/>
            <a:ext cx="3265281" cy="2974603"/>
          </a:xfrm>
          <a:prstGeom prst="rect">
            <a:avLst/>
          </a:prstGeom>
        </p:spPr>
      </p:pic>
      <p:sp>
        <p:nvSpPr>
          <p:cNvPr id="10" name="TextBox 9">
            <a:extLst>
              <a:ext uri="{FF2B5EF4-FFF2-40B4-BE49-F238E27FC236}">
                <a16:creationId xmlns:a16="http://schemas.microsoft.com/office/drawing/2014/main" id="{812FBF90-2F4F-F6AB-E3FB-71EC3A5EB851}"/>
              </a:ext>
            </a:extLst>
          </p:cNvPr>
          <p:cNvSpPr txBox="1"/>
          <p:nvPr/>
        </p:nvSpPr>
        <p:spPr>
          <a:xfrm>
            <a:off x="5184775" y="956310"/>
            <a:ext cx="3749675" cy="461665"/>
          </a:xfrm>
          <a:prstGeom prst="rect">
            <a:avLst/>
          </a:prstGeom>
          <a:noFill/>
        </p:spPr>
        <p:txBody>
          <a:bodyPr wrap="square">
            <a:spAutoFit/>
          </a:bodyPr>
          <a:lstStyle/>
          <a:p>
            <a:pPr marL="342900" indent="-342900">
              <a:buClr>
                <a:srgbClr val="FFC000"/>
              </a:buClr>
              <a:buFont typeface="Arial" panose="020B0604020202020204" pitchFamily="34" charset="0"/>
              <a:buChar char="•"/>
            </a:pPr>
            <a:r>
              <a:rPr lang="en-IN" sz="2400" dirty="0">
                <a:latin typeface="+mn-lt"/>
              </a:rPr>
              <a:t>Hypothesis?</a:t>
            </a:r>
            <a:endParaRPr lang="en-IN" sz="2400" dirty="0"/>
          </a:p>
        </p:txBody>
      </p:sp>
      <p:pic>
        <p:nvPicPr>
          <p:cNvPr id="11" name="Content Placeholder 5">
            <a:extLst>
              <a:ext uri="{FF2B5EF4-FFF2-40B4-BE49-F238E27FC236}">
                <a16:creationId xmlns:a16="http://schemas.microsoft.com/office/drawing/2014/main" id="{3F057EE5-E9CB-810B-ADD8-4ECFA45786F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bwMode="auto">
          <a:xfrm>
            <a:off x="5638800" y="1619250"/>
            <a:ext cx="187544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ight Brace 11">
            <a:extLst>
              <a:ext uri="{FF2B5EF4-FFF2-40B4-BE49-F238E27FC236}">
                <a16:creationId xmlns:a16="http://schemas.microsoft.com/office/drawing/2014/main" id="{B6476461-1198-E7F2-50DA-8B68CB01890A}"/>
              </a:ext>
            </a:extLst>
          </p:cNvPr>
          <p:cNvSpPr/>
          <p:nvPr/>
        </p:nvSpPr>
        <p:spPr>
          <a:xfrm>
            <a:off x="7345680" y="1706880"/>
            <a:ext cx="609600" cy="220980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6" name="TextBox 15">
            <a:extLst>
              <a:ext uri="{FF2B5EF4-FFF2-40B4-BE49-F238E27FC236}">
                <a16:creationId xmlns:a16="http://schemas.microsoft.com/office/drawing/2014/main" id="{D94AE1BE-7134-CCAB-9853-ED844E72F974}"/>
              </a:ext>
            </a:extLst>
          </p:cNvPr>
          <p:cNvSpPr txBox="1"/>
          <p:nvPr/>
        </p:nvSpPr>
        <p:spPr>
          <a:xfrm>
            <a:off x="7848600" y="2466325"/>
            <a:ext cx="1260593" cy="710964"/>
          </a:xfrm>
          <a:prstGeom prst="rect">
            <a:avLst/>
          </a:prstGeom>
          <a:noFill/>
        </p:spPr>
        <p:txBody>
          <a:bodyPr wrap="square">
            <a:spAutoFit/>
          </a:bodyPr>
          <a:lstStyle/>
          <a:p>
            <a:r>
              <a:rPr lang="en-IN" dirty="0">
                <a:latin typeface="+mn-lt"/>
              </a:rPr>
              <a:t>Inductive </a:t>
            </a:r>
          </a:p>
          <a:p>
            <a:r>
              <a:rPr lang="en-IN" dirty="0">
                <a:latin typeface="+mn-lt"/>
              </a:rPr>
              <a:t>bias</a:t>
            </a:r>
          </a:p>
        </p:txBody>
      </p:sp>
      <p:pic>
        <p:nvPicPr>
          <p:cNvPr id="5" name="Content Placeholder 3" descr="A screenshot of a white sheet with blue squares and black text&#10;&#10;Description automatically generated">
            <a:extLst>
              <a:ext uri="{FF2B5EF4-FFF2-40B4-BE49-F238E27FC236}">
                <a16:creationId xmlns:a16="http://schemas.microsoft.com/office/drawing/2014/main" id="{2464C6F8-5FD7-382F-1D9C-7088616F2371}"/>
              </a:ext>
            </a:extLst>
          </p:cNvPr>
          <p:cNvPicPr>
            <a:picLocks noChangeAspect="1"/>
          </p:cNvPicPr>
          <p:nvPr/>
        </p:nvPicPr>
        <p:blipFill rotWithShape="1">
          <a:blip r:embed="rId5"/>
          <a:srcRect l="8155" t="65790" r="18461" b="5053"/>
          <a:stretch>
            <a:fillRect/>
          </a:stretch>
        </p:blipFill>
        <p:spPr bwMode="auto">
          <a:xfrm>
            <a:off x="1435100" y="1475125"/>
            <a:ext cx="7499350" cy="2891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9717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B597498B-76CB-E825-68D6-3B632738B021}"/>
              </a:ext>
            </a:extLst>
          </p:cNvPr>
          <p:cNvSpPr>
            <a:spLocks noGrp="1"/>
          </p:cNvSpPr>
          <p:nvPr>
            <p:ph type="title"/>
          </p:nvPr>
        </p:nvSpPr>
        <p:spPr/>
        <p:txBody>
          <a:bodyPr/>
          <a:lstStyle/>
          <a:p>
            <a:r>
              <a:rPr lang="en-IN" dirty="0"/>
              <a:t>Inductive bias</a:t>
            </a:r>
          </a:p>
        </p:txBody>
      </p:sp>
      <p:sp>
        <p:nvSpPr>
          <p:cNvPr id="13" name="Content Placeholder 12">
            <a:extLst>
              <a:ext uri="{FF2B5EF4-FFF2-40B4-BE49-F238E27FC236}">
                <a16:creationId xmlns:a16="http://schemas.microsoft.com/office/drawing/2014/main" id="{8ADDA0FC-F57E-4327-0B2D-094E82716A13}"/>
              </a:ext>
            </a:extLst>
          </p:cNvPr>
          <p:cNvSpPr>
            <a:spLocks noGrp="1"/>
          </p:cNvSpPr>
          <p:nvPr>
            <p:ph idx="1"/>
          </p:nvPr>
        </p:nvSpPr>
        <p:spPr>
          <a:xfrm>
            <a:off x="1427480" y="769620"/>
            <a:ext cx="3830320" cy="4000500"/>
          </a:xfrm>
        </p:spPr>
        <p:txBody>
          <a:bodyPr/>
          <a:lstStyle/>
          <a:p>
            <a:r>
              <a:rPr lang="en-US" sz="2000" b="0" i="0" dirty="0">
                <a:solidFill>
                  <a:srgbClr val="202124"/>
                </a:solidFill>
                <a:effectLst/>
              </a:rPr>
              <a:t>The inductive bias (also known as learning bias) of a learning algorithm is the set of assumptions that the learner uses to predict outputs.</a:t>
            </a:r>
          </a:p>
          <a:p>
            <a:r>
              <a:rPr lang="en-US" sz="2000" dirty="0">
                <a:solidFill>
                  <a:srgbClr val="202124"/>
                </a:solidFill>
              </a:rPr>
              <a:t>Y = a + b*X</a:t>
            </a:r>
            <a:endParaRPr lang="en-IN" sz="2000" dirty="0"/>
          </a:p>
        </p:txBody>
      </p:sp>
      <p:pic>
        <p:nvPicPr>
          <p:cNvPr id="15" name="Picture 14">
            <a:extLst>
              <a:ext uri="{FF2B5EF4-FFF2-40B4-BE49-F238E27FC236}">
                <a16:creationId xmlns:a16="http://schemas.microsoft.com/office/drawing/2014/main" id="{3FB174A8-A29C-FA61-B562-425AA734950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421332" y="1123950"/>
            <a:ext cx="3513118" cy="2362200"/>
          </a:xfrm>
          <a:prstGeom prst="rect">
            <a:avLst/>
          </a:prstGeom>
        </p:spPr>
      </p:pic>
    </p:spTree>
    <p:extLst>
      <p:ext uri="{BB962C8B-B14F-4D97-AF65-F5344CB8AC3E}">
        <p14:creationId xmlns:p14="http://schemas.microsoft.com/office/powerpoint/2010/main" val="1267460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9C04E3BC-BA54-4AAB-A24A-2557E030E445}"/>
              </a:ext>
            </a:extLst>
          </p:cNvPr>
          <p:cNvSpPr>
            <a:spLocks noGrp="1"/>
          </p:cNvSpPr>
          <p:nvPr>
            <p:ph sz="quarter" idx="1"/>
          </p:nvPr>
        </p:nvSpPr>
        <p:spPr>
          <a:xfrm>
            <a:off x="228600" y="285750"/>
            <a:ext cx="8763000" cy="838200"/>
          </a:xfrm>
        </p:spPr>
        <p:txBody>
          <a:bodyPr>
            <a:noAutofit/>
          </a:bodyPr>
          <a:lstStyle/>
          <a:p>
            <a:pPr>
              <a:buNone/>
            </a:pPr>
            <a:r>
              <a:rPr lang="en-US" sz="2000" dirty="0"/>
              <a:t>X		  27	15	 23	 20	 25	 17	 12	 30	6  </a:t>
            </a:r>
          </a:p>
          <a:p>
            <a:pPr>
              <a:buNone/>
            </a:pPr>
            <a:r>
              <a:rPr lang="en-US" sz="2000" dirty="0"/>
              <a:t>Class    1	 0	 1 	 1 	  1	  0	  0	  1 	0</a:t>
            </a:r>
          </a:p>
          <a:p>
            <a:pPr>
              <a:buNone/>
            </a:pPr>
            <a:endParaRPr lang="en-US" sz="2000" dirty="0"/>
          </a:p>
          <a:p>
            <a:pPr>
              <a:buNone/>
            </a:pPr>
            <a:endParaRPr lang="en-US" sz="2000" dirty="0"/>
          </a:p>
        </p:txBody>
      </p:sp>
      <p:sp>
        <p:nvSpPr>
          <p:cNvPr id="6" name="TextBox 5">
            <a:extLst>
              <a:ext uri="{FF2B5EF4-FFF2-40B4-BE49-F238E27FC236}">
                <a16:creationId xmlns:a16="http://schemas.microsoft.com/office/drawing/2014/main" id="{E0C67C5C-20AE-0EE0-75A7-48EE39E04CF6}"/>
              </a:ext>
            </a:extLst>
          </p:cNvPr>
          <p:cNvSpPr txBox="1"/>
          <p:nvPr/>
        </p:nvSpPr>
        <p:spPr>
          <a:xfrm>
            <a:off x="-35400" y="1422291"/>
            <a:ext cx="9296400" cy="1938992"/>
          </a:xfrm>
          <a:prstGeom prst="rect">
            <a:avLst/>
          </a:prstGeom>
          <a:noFill/>
        </p:spPr>
        <p:txBody>
          <a:bodyPr wrap="square">
            <a:spAutoFit/>
          </a:bodyPr>
          <a:lstStyle/>
          <a:p>
            <a:pPr>
              <a:buNone/>
            </a:pPr>
            <a:r>
              <a:rPr lang="en-US" sz="2000" b="1" dirty="0">
                <a:latin typeface="Bookman Old Style" panose="02050604050505020204" pitchFamily="18" charset="0"/>
              </a:rPr>
              <a:t>Rule for Labelling</a:t>
            </a:r>
          </a:p>
          <a:p>
            <a:pPr>
              <a:buNone/>
            </a:pPr>
            <a:endParaRPr lang="en-US" sz="2000" dirty="0">
              <a:latin typeface="Bookman Old Style" panose="02050604050505020204" pitchFamily="18" charset="0"/>
            </a:endParaRPr>
          </a:p>
          <a:p>
            <a:pPr>
              <a:buNone/>
            </a:pPr>
            <a:r>
              <a:rPr lang="en-US" sz="2000" dirty="0">
                <a:latin typeface="Bookman Old Style" panose="02050604050505020204" pitchFamily="18" charset="0"/>
              </a:rPr>
              <a:t> </a:t>
            </a:r>
            <a:r>
              <a:rPr lang="en-US" sz="2000" dirty="0">
                <a:solidFill>
                  <a:srgbClr val="FF0000"/>
                </a:solidFill>
                <a:latin typeface="Bookman Old Style" panose="02050604050505020204" pitchFamily="18" charset="0"/>
              </a:rPr>
              <a:t>h ′: IF x ≥ 20 THEN “1” ELSE “0”. </a:t>
            </a:r>
          </a:p>
          <a:p>
            <a:pPr>
              <a:buNone/>
            </a:pPr>
            <a:r>
              <a:rPr lang="en-US" sz="2000" dirty="0">
                <a:latin typeface="Bookman Old Style" panose="02050604050505020204" pitchFamily="18" charset="0"/>
              </a:rPr>
              <a:t> h ′ is consistent with the training examples in the table.</a:t>
            </a:r>
          </a:p>
          <a:p>
            <a:pPr>
              <a:buNone/>
            </a:pPr>
            <a:r>
              <a:rPr lang="en-US" sz="2000" dirty="0">
                <a:latin typeface="Bookman Old Style" panose="02050604050505020204" pitchFamily="18" charset="0"/>
              </a:rPr>
              <a:t> For example,</a:t>
            </a:r>
          </a:p>
          <a:p>
            <a:pPr>
              <a:buNone/>
            </a:pPr>
            <a:r>
              <a:rPr lang="en-US" sz="2000" dirty="0">
                <a:latin typeface="Bookman Old Style" panose="02050604050505020204" pitchFamily="18" charset="0"/>
              </a:rPr>
              <a:t> h ′ (27) = 1, c(27) = 1, h′ (27) = c(27) h ′ (15) = 0, c(15) = 0, h′  (15) = c(15) </a:t>
            </a:r>
          </a:p>
        </p:txBody>
      </p:sp>
      <p:sp>
        <p:nvSpPr>
          <p:cNvPr id="7" name="Content Placeholder 2">
            <a:extLst>
              <a:ext uri="{FF2B5EF4-FFF2-40B4-BE49-F238E27FC236}">
                <a16:creationId xmlns:a16="http://schemas.microsoft.com/office/drawing/2014/main" id="{658C94F6-E90C-EAA2-6BD7-D13A1A2F7229}"/>
              </a:ext>
            </a:extLst>
          </p:cNvPr>
          <p:cNvSpPr txBox="1">
            <a:spLocks/>
          </p:cNvSpPr>
          <p:nvPr/>
        </p:nvSpPr>
        <p:spPr bwMode="auto">
          <a:xfrm>
            <a:off x="7200" y="3361283"/>
            <a:ext cx="8229600" cy="400110"/>
          </a:xfrm>
          <a:prstGeom prst="rect">
            <a:avLst/>
          </a:prstGeom>
          <a:noFill/>
        </p:spPr>
        <p:txBody>
          <a:bodyPr wrap="square">
            <a:spAutoFit/>
          </a:bodyPr>
          <a:lstStyle>
            <a:defPPr>
              <a:defRPr lang="en-US"/>
            </a:defPPr>
            <a:lvl1pPr>
              <a:buNone/>
              <a:defRPr sz="1400">
                <a:latin typeface="Bookman Old Style" panose="02050604050505020204" pitchFamily="18" charset="0"/>
              </a:defRPr>
            </a:lvl1pPr>
          </a:lstStyle>
          <a:p>
            <a:r>
              <a:rPr lang="en-US" sz="2000" dirty="0"/>
              <a:t>for x = 5 and x = 28 (not in training data), </a:t>
            </a:r>
          </a:p>
        </p:txBody>
      </p:sp>
      <p:sp>
        <p:nvSpPr>
          <p:cNvPr id="9" name="TextBox 8">
            <a:extLst>
              <a:ext uri="{FF2B5EF4-FFF2-40B4-BE49-F238E27FC236}">
                <a16:creationId xmlns:a16="http://schemas.microsoft.com/office/drawing/2014/main" id="{6DBEEDCC-0E25-F641-23F3-FF0D2B40E024}"/>
              </a:ext>
            </a:extLst>
          </p:cNvPr>
          <p:cNvSpPr txBox="1"/>
          <p:nvPr/>
        </p:nvSpPr>
        <p:spPr>
          <a:xfrm>
            <a:off x="36000" y="3820061"/>
            <a:ext cx="7836000" cy="707886"/>
          </a:xfrm>
          <a:prstGeom prst="rect">
            <a:avLst/>
          </a:prstGeom>
          <a:noFill/>
        </p:spPr>
        <p:txBody>
          <a:bodyPr wrap="square">
            <a:spAutoFit/>
          </a:bodyPr>
          <a:lstStyle>
            <a:defPPr>
              <a:defRPr lang="en-US"/>
            </a:defPPr>
            <a:lvl1pPr>
              <a:buNone/>
              <a:defRPr sz="1400">
                <a:latin typeface="Bookman Old Style" panose="02050604050505020204" pitchFamily="18" charset="0"/>
              </a:defRPr>
            </a:lvl1pPr>
          </a:lstStyle>
          <a:p>
            <a:r>
              <a:rPr lang="en-US" sz="2000" dirty="0"/>
              <a:t>The following proposition also explains the data: </a:t>
            </a:r>
          </a:p>
          <a:p>
            <a:r>
              <a:rPr lang="en-US" sz="2000" dirty="0">
                <a:solidFill>
                  <a:srgbClr val="00B050"/>
                </a:solidFill>
              </a:rPr>
              <a:t>h ′′: IF x ≥ 19 THEN “0” ELSE “1”. </a:t>
            </a:r>
          </a:p>
        </p:txBody>
      </p:sp>
      <p:sp>
        <p:nvSpPr>
          <p:cNvPr id="11" name="TextBox 10">
            <a:extLst>
              <a:ext uri="{FF2B5EF4-FFF2-40B4-BE49-F238E27FC236}">
                <a16:creationId xmlns:a16="http://schemas.microsoft.com/office/drawing/2014/main" id="{78AB6D26-3563-80B3-9E7F-FF62B9FE8676}"/>
              </a:ext>
            </a:extLst>
          </p:cNvPr>
          <p:cNvSpPr txBox="1"/>
          <p:nvPr/>
        </p:nvSpPr>
        <p:spPr>
          <a:xfrm>
            <a:off x="5334000" y="3361283"/>
            <a:ext cx="3581400" cy="400110"/>
          </a:xfrm>
          <a:prstGeom prst="rect">
            <a:avLst/>
          </a:prstGeom>
          <a:noFill/>
        </p:spPr>
        <p:txBody>
          <a:bodyPr wrap="square">
            <a:spAutoFit/>
          </a:bodyPr>
          <a:lstStyle/>
          <a:p>
            <a:r>
              <a:rPr lang="en-US" sz="2000" dirty="0">
                <a:latin typeface="Bookman Old Style" panose="02050604050505020204" pitchFamily="18" charset="0"/>
              </a:rPr>
              <a:t>h ′ (5) = 0, h′ (28) = 1.</a:t>
            </a:r>
            <a:endParaRPr lang="en-IN" dirty="0">
              <a:latin typeface="Bookman Old Style" panose="02050604050505020204" pitchFamily="18" charset="0"/>
            </a:endParaRPr>
          </a:p>
        </p:txBody>
      </p:sp>
    </p:spTree>
    <p:extLst>
      <p:ext uri="{BB962C8B-B14F-4D97-AF65-F5344CB8AC3E}">
        <p14:creationId xmlns:p14="http://schemas.microsoft.com/office/powerpoint/2010/main" val="2149188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4FF5F7-58EA-BA14-7DF7-406AB7121D9E}"/>
              </a:ext>
            </a:extLst>
          </p:cNvPr>
          <p:cNvSpPr>
            <a:spLocks noGrp="1"/>
          </p:cNvSpPr>
          <p:nvPr>
            <p:ph idx="1"/>
          </p:nvPr>
        </p:nvSpPr>
        <p:spPr>
          <a:xfrm>
            <a:off x="838200" y="571500"/>
            <a:ext cx="8077200" cy="4000500"/>
          </a:xfrm>
        </p:spPr>
        <p:txBody>
          <a:bodyPr/>
          <a:lstStyle/>
          <a:p>
            <a:r>
              <a:rPr lang="en-US" sz="2000" dirty="0"/>
              <a:t>It is not enough that the hypothesis explains the given data; it must also predict correctly the class label of future observations.</a:t>
            </a:r>
          </a:p>
          <a:p>
            <a:r>
              <a:rPr lang="en-US" sz="2000" dirty="0"/>
              <a:t> So, consider a set of such hypotheses and choose the “best” one. </a:t>
            </a:r>
          </a:p>
          <a:p>
            <a:r>
              <a:rPr lang="en-US" sz="2000" dirty="0"/>
              <a:t>The set of hypotheses can be defined using a parameter, say m, as given below: hm : IF x ≥ m THEN “1” ELSE ”0”. </a:t>
            </a:r>
          </a:p>
          <a:p>
            <a:endParaRPr lang="en-IN" sz="2000" dirty="0"/>
          </a:p>
        </p:txBody>
      </p:sp>
    </p:spTree>
    <p:extLst>
      <p:ext uri="{BB962C8B-B14F-4D97-AF65-F5344CB8AC3E}">
        <p14:creationId xmlns:p14="http://schemas.microsoft.com/office/powerpoint/2010/main" val="1509172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69480-15B9-5729-21A9-3B59C084EAC9}"/>
              </a:ext>
            </a:extLst>
          </p:cNvPr>
          <p:cNvSpPr>
            <a:spLocks noGrp="1"/>
          </p:cNvSpPr>
          <p:nvPr>
            <p:ph type="title"/>
          </p:nvPr>
        </p:nvSpPr>
        <p:spPr>
          <a:xfrm>
            <a:off x="1404620" y="26670"/>
            <a:ext cx="7499350" cy="536972"/>
          </a:xfrm>
        </p:spPr>
        <p:txBody>
          <a:bodyPr/>
          <a:lstStyle/>
          <a:p>
            <a:r>
              <a:rPr lang="en-US" dirty="0"/>
              <a:t>Bias and variance</a:t>
            </a:r>
            <a:endParaRPr lang="en-IN" dirty="0"/>
          </a:p>
        </p:txBody>
      </p:sp>
      <p:sp>
        <p:nvSpPr>
          <p:cNvPr id="3" name="Content Placeholder 2">
            <a:extLst>
              <a:ext uri="{FF2B5EF4-FFF2-40B4-BE49-F238E27FC236}">
                <a16:creationId xmlns:a16="http://schemas.microsoft.com/office/drawing/2014/main" id="{72E0D393-5EA2-FB38-BD2E-EF8782085BDD}"/>
              </a:ext>
            </a:extLst>
          </p:cNvPr>
          <p:cNvSpPr>
            <a:spLocks noGrp="1"/>
          </p:cNvSpPr>
          <p:nvPr>
            <p:ph idx="1"/>
          </p:nvPr>
        </p:nvSpPr>
        <p:spPr>
          <a:xfrm>
            <a:off x="1404620" y="609600"/>
            <a:ext cx="7499350" cy="4000500"/>
          </a:xfrm>
        </p:spPr>
        <p:txBody>
          <a:bodyPr/>
          <a:lstStyle/>
          <a:p>
            <a:r>
              <a:rPr lang="en-US" sz="2000" dirty="0"/>
              <a:t>used in supervised machine learning</a:t>
            </a:r>
          </a:p>
          <a:p>
            <a:r>
              <a:rPr lang="en-US" sz="2000" dirty="0"/>
              <a:t>The correct balance of bias and variance is vital</a:t>
            </a:r>
          </a:p>
          <a:p>
            <a:r>
              <a:rPr lang="en-IN" sz="2000" dirty="0"/>
              <a:t>bias-variance trade-off </a:t>
            </a:r>
          </a:p>
          <a:p>
            <a:endParaRPr lang="en-IN" sz="2000" dirty="0"/>
          </a:p>
        </p:txBody>
      </p:sp>
      <p:pic>
        <p:nvPicPr>
          <p:cNvPr id="4" name="Picture 2" descr="2-bias-ml">
            <a:extLst>
              <a:ext uri="{FF2B5EF4-FFF2-40B4-BE49-F238E27FC236}">
                <a16:creationId xmlns:a16="http://schemas.microsoft.com/office/drawing/2014/main" id="{35BFB3A9-277D-D12F-1C86-9A00178867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2952750"/>
            <a:ext cx="2409825" cy="21907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3-underfitting">
            <a:extLst>
              <a:ext uri="{FF2B5EF4-FFF2-40B4-BE49-F238E27FC236}">
                <a16:creationId xmlns:a16="http://schemas.microsoft.com/office/drawing/2014/main" id="{2B885574-ED0F-139D-EF2D-E70D75EF61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5681" y="3021329"/>
            <a:ext cx="2257425" cy="209550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9A4DA82-407D-8FC6-0EDF-269421007821}"/>
              </a:ext>
            </a:extLst>
          </p:cNvPr>
          <p:cNvSpPr txBox="1"/>
          <p:nvPr/>
        </p:nvSpPr>
        <p:spPr>
          <a:xfrm>
            <a:off x="5510653" y="2564368"/>
            <a:ext cx="2879314" cy="369332"/>
          </a:xfrm>
          <a:prstGeom prst="rect">
            <a:avLst/>
          </a:prstGeom>
          <a:noFill/>
        </p:spPr>
        <p:txBody>
          <a:bodyPr wrap="none" rtlCol="0">
            <a:spAutoFit/>
          </a:bodyPr>
          <a:lstStyle/>
          <a:p>
            <a:r>
              <a:rPr lang="en-IN" dirty="0">
                <a:latin typeface="+mn-lt"/>
              </a:rPr>
              <a:t>High bias = underfitting</a:t>
            </a:r>
          </a:p>
        </p:txBody>
      </p:sp>
      <p:sp>
        <p:nvSpPr>
          <p:cNvPr id="7" name="Title 1">
            <a:extLst>
              <a:ext uri="{FF2B5EF4-FFF2-40B4-BE49-F238E27FC236}">
                <a16:creationId xmlns:a16="http://schemas.microsoft.com/office/drawing/2014/main" id="{FFBA805B-A7B3-7105-DA1A-894B67A313B6}"/>
              </a:ext>
            </a:extLst>
          </p:cNvPr>
          <p:cNvSpPr txBox="1">
            <a:spLocks/>
          </p:cNvSpPr>
          <p:nvPr/>
        </p:nvSpPr>
        <p:spPr>
          <a:xfrm>
            <a:off x="1404620" y="2434828"/>
            <a:ext cx="990600" cy="536972"/>
          </a:xfrm>
          <a:prstGeom prst="rect">
            <a:avLst/>
          </a:prstGeom>
        </p:spPr>
        <p:txBody>
          <a:bodyPr anchor="ctr">
            <a:normAutofit/>
          </a:bodyPr>
          <a:lstStyle>
            <a:lvl1pPr algn="l" rtl="0" eaLnBrk="0" fontAlgn="base" hangingPunct="0">
              <a:spcBef>
                <a:spcPct val="0"/>
              </a:spcBef>
              <a:spcAft>
                <a:spcPct val="0"/>
              </a:spcAft>
              <a:defRPr sz="2800" b="1" kern="1200">
                <a:solidFill>
                  <a:schemeClr val="tx1"/>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69666E"/>
                </a:solidFill>
                <a:latin typeface="Georgia" pitchFamily="18" charset="0"/>
              </a:defRPr>
            </a:lvl2pPr>
            <a:lvl3pPr algn="l" rtl="0" eaLnBrk="0" fontAlgn="base" hangingPunct="0">
              <a:spcBef>
                <a:spcPct val="0"/>
              </a:spcBef>
              <a:spcAft>
                <a:spcPct val="0"/>
              </a:spcAft>
              <a:defRPr sz="4300">
                <a:solidFill>
                  <a:srgbClr val="69666E"/>
                </a:solidFill>
                <a:latin typeface="Georgia" pitchFamily="18" charset="0"/>
              </a:defRPr>
            </a:lvl3pPr>
            <a:lvl4pPr algn="l" rtl="0" eaLnBrk="0" fontAlgn="base" hangingPunct="0">
              <a:spcBef>
                <a:spcPct val="0"/>
              </a:spcBef>
              <a:spcAft>
                <a:spcPct val="0"/>
              </a:spcAft>
              <a:defRPr sz="4300">
                <a:solidFill>
                  <a:srgbClr val="69666E"/>
                </a:solidFill>
                <a:latin typeface="Georgia" pitchFamily="18" charset="0"/>
              </a:defRPr>
            </a:lvl4pPr>
            <a:lvl5pPr algn="l" rtl="0" eaLnBrk="0" fontAlgn="base" hangingPunct="0">
              <a:spcBef>
                <a:spcPct val="0"/>
              </a:spcBef>
              <a:spcAft>
                <a:spcPct val="0"/>
              </a:spcAft>
              <a:defRPr sz="4300">
                <a:solidFill>
                  <a:srgbClr val="69666E"/>
                </a:solidFill>
                <a:latin typeface="Georgia" pitchFamily="18" charset="0"/>
              </a:defRPr>
            </a:lvl5pPr>
            <a:lvl6pPr marL="457200" algn="l" rtl="0" fontAlgn="base">
              <a:spcBef>
                <a:spcPct val="0"/>
              </a:spcBef>
              <a:spcAft>
                <a:spcPct val="0"/>
              </a:spcAft>
              <a:defRPr sz="4300">
                <a:solidFill>
                  <a:srgbClr val="69666E"/>
                </a:solidFill>
                <a:latin typeface="Rockwell" pitchFamily="18" charset="0"/>
              </a:defRPr>
            </a:lvl6pPr>
            <a:lvl7pPr marL="914400" algn="l" rtl="0" fontAlgn="base">
              <a:spcBef>
                <a:spcPct val="0"/>
              </a:spcBef>
              <a:spcAft>
                <a:spcPct val="0"/>
              </a:spcAft>
              <a:defRPr sz="4300">
                <a:solidFill>
                  <a:srgbClr val="69666E"/>
                </a:solidFill>
                <a:latin typeface="Rockwell" pitchFamily="18" charset="0"/>
              </a:defRPr>
            </a:lvl7pPr>
            <a:lvl8pPr marL="1371600" algn="l" rtl="0" fontAlgn="base">
              <a:spcBef>
                <a:spcPct val="0"/>
              </a:spcBef>
              <a:spcAft>
                <a:spcPct val="0"/>
              </a:spcAft>
              <a:defRPr sz="4300">
                <a:solidFill>
                  <a:srgbClr val="69666E"/>
                </a:solidFill>
                <a:latin typeface="Rockwell" pitchFamily="18" charset="0"/>
              </a:defRPr>
            </a:lvl8pPr>
            <a:lvl9pPr marL="1828800" algn="l" rtl="0" fontAlgn="base">
              <a:spcBef>
                <a:spcPct val="0"/>
              </a:spcBef>
              <a:spcAft>
                <a:spcPct val="0"/>
              </a:spcAft>
              <a:defRPr sz="4300">
                <a:solidFill>
                  <a:srgbClr val="69666E"/>
                </a:solidFill>
                <a:latin typeface="Rockwell" pitchFamily="18" charset="0"/>
              </a:defRPr>
            </a:lvl9pPr>
            <a:extLst/>
          </a:lstStyle>
          <a:p>
            <a:r>
              <a:rPr lang="en-US" dirty="0"/>
              <a:t>Bias</a:t>
            </a:r>
            <a:endParaRPr lang="en-IN" dirty="0"/>
          </a:p>
        </p:txBody>
      </p:sp>
    </p:spTree>
    <p:extLst>
      <p:ext uri="{BB962C8B-B14F-4D97-AF65-F5344CB8AC3E}">
        <p14:creationId xmlns:p14="http://schemas.microsoft.com/office/powerpoint/2010/main" val="1989078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AB2884-ABF4-E0A8-6964-F3568239E220}"/>
              </a:ext>
            </a:extLst>
          </p:cNvPr>
          <p:cNvSpPr>
            <a:spLocks noGrp="1"/>
          </p:cNvSpPr>
          <p:nvPr>
            <p:ph idx="1"/>
          </p:nvPr>
        </p:nvSpPr>
        <p:spPr>
          <a:xfrm>
            <a:off x="1066800" y="19050"/>
            <a:ext cx="7499350" cy="4000500"/>
          </a:xfrm>
        </p:spPr>
        <p:txBody>
          <a:bodyPr/>
          <a:lstStyle/>
          <a:p>
            <a:r>
              <a:rPr lang="en-US" b="1" dirty="0"/>
              <a:t>Low Bias: </a:t>
            </a:r>
          </a:p>
          <a:p>
            <a:pPr lvl="1"/>
            <a:r>
              <a:rPr lang="en-US" dirty="0"/>
              <a:t>means fewer assumptions are taken to build the target function. </a:t>
            </a:r>
          </a:p>
          <a:p>
            <a:pPr lvl="1"/>
            <a:r>
              <a:rPr lang="en-US" dirty="0"/>
              <a:t>the model will closely match the training dataset.</a:t>
            </a:r>
          </a:p>
          <a:p>
            <a:r>
              <a:rPr lang="en-US" b="1" dirty="0"/>
              <a:t>High Bias: </a:t>
            </a:r>
          </a:p>
          <a:p>
            <a:pPr lvl="1"/>
            <a:r>
              <a:rPr lang="en-US" dirty="0"/>
              <a:t>means more assumptions are taken to build the target function. </a:t>
            </a:r>
          </a:p>
          <a:p>
            <a:pPr lvl="1"/>
            <a:r>
              <a:rPr lang="en-US" dirty="0"/>
              <a:t>the model will not match the training dataset closely. </a:t>
            </a:r>
            <a:endParaRPr lang="en-IN" dirty="0"/>
          </a:p>
        </p:txBody>
      </p:sp>
    </p:spTree>
    <p:extLst>
      <p:ext uri="{BB962C8B-B14F-4D97-AF65-F5344CB8AC3E}">
        <p14:creationId xmlns:p14="http://schemas.microsoft.com/office/powerpoint/2010/main" val="257298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8D37A3-3196-DE3E-0DC0-839E9F8BEB8A}"/>
              </a:ext>
            </a:extLst>
          </p:cNvPr>
          <p:cNvSpPr>
            <a:spLocks noGrp="1"/>
          </p:cNvSpPr>
          <p:nvPr>
            <p:ph type="title"/>
          </p:nvPr>
        </p:nvSpPr>
        <p:spPr>
          <a:xfrm>
            <a:off x="1009650" y="19050"/>
            <a:ext cx="7499350" cy="536972"/>
          </a:xfrm>
        </p:spPr>
        <p:txBody>
          <a:bodyPr/>
          <a:lstStyle/>
          <a:p>
            <a:r>
              <a:rPr lang="en-IN" dirty="0"/>
              <a:t>Variance</a:t>
            </a:r>
          </a:p>
        </p:txBody>
      </p:sp>
      <p:sp>
        <p:nvSpPr>
          <p:cNvPr id="5" name="Content Placeholder 4">
            <a:extLst>
              <a:ext uri="{FF2B5EF4-FFF2-40B4-BE49-F238E27FC236}">
                <a16:creationId xmlns:a16="http://schemas.microsoft.com/office/drawing/2014/main" id="{DC4EC26E-D4A8-0EC9-33EF-ED0120703FEA}"/>
              </a:ext>
            </a:extLst>
          </p:cNvPr>
          <p:cNvSpPr>
            <a:spLocks noGrp="1"/>
          </p:cNvSpPr>
          <p:nvPr>
            <p:ph idx="1"/>
          </p:nvPr>
        </p:nvSpPr>
        <p:spPr>
          <a:xfrm>
            <a:off x="914400" y="438150"/>
            <a:ext cx="5410200" cy="4000500"/>
          </a:xfrm>
        </p:spPr>
        <p:txBody>
          <a:bodyPr/>
          <a:lstStyle/>
          <a:p>
            <a:pPr>
              <a:buFont typeface="Arial" panose="020B0604020202020204" pitchFamily="34" charset="0"/>
              <a:buChar char="•"/>
            </a:pPr>
            <a:r>
              <a:rPr lang="en-US" sz="1800" dirty="0"/>
              <a:t>the measure of spread in data from its mean position.</a:t>
            </a:r>
          </a:p>
          <a:p>
            <a:pPr>
              <a:buFont typeface="Arial" panose="020B0604020202020204" pitchFamily="34" charset="0"/>
              <a:buChar char="•"/>
            </a:pPr>
            <a:r>
              <a:rPr lang="en-US" sz="1800" dirty="0"/>
              <a:t>is the amount by which the performance of a predictive model changes when it is trained on different subsets of the training data. </a:t>
            </a:r>
          </a:p>
          <a:p>
            <a:pPr>
              <a:buFont typeface="Arial" panose="020B0604020202020204" pitchFamily="34" charset="0"/>
              <a:buChar char="•"/>
            </a:pPr>
            <a:r>
              <a:rPr lang="en-US" sz="1800" dirty="0"/>
              <a:t>is the variability of the model that how much it is sensitive to another subset of the training dataset. i.e. how much it can adjust on the new subset of the training dataset.</a:t>
            </a:r>
            <a:endParaRPr lang="en-IN" sz="1800" dirty="0"/>
          </a:p>
        </p:txBody>
      </p:sp>
      <p:pic>
        <p:nvPicPr>
          <p:cNvPr id="6" name="Picture 4" descr="5-overfitted-ml">
            <a:extLst>
              <a:ext uri="{FF2B5EF4-FFF2-40B4-BE49-F238E27FC236}">
                <a16:creationId xmlns:a16="http://schemas.microsoft.com/office/drawing/2014/main" id="{80095963-B9A5-B5BE-82EF-4E770B13D7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2780"/>
          <a:stretch/>
        </p:blipFill>
        <p:spPr bwMode="auto">
          <a:xfrm>
            <a:off x="6289268" y="350282"/>
            <a:ext cx="2572698"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9618E9F3-2F01-5452-87D8-C2BB9FC89D59}"/>
              </a:ext>
            </a:extLst>
          </p:cNvPr>
          <p:cNvSpPr txBox="1"/>
          <p:nvPr/>
        </p:nvSpPr>
        <p:spPr>
          <a:xfrm>
            <a:off x="5943600" y="-19050"/>
            <a:ext cx="3264035" cy="369332"/>
          </a:xfrm>
          <a:prstGeom prst="rect">
            <a:avLst/>
          </a:prstGeom>
          <a:noFill/>
        </p:spPr>
        <p:txBody>
          <a:bodyPr wrap="none" rtlCol="0">
            <a:spAutoFit/>
          </a:bodyPr>
          <a:lstStyle/>
          <a:p>
            <a:r>
              <a:rPr lang="en-IN" dirty="0">
                <a:latin typeface="+mn-lt"/>
              </a:rPr>
              <a:t>High variance = overfitting</a:t>
            </a:r>
          </a:p>
        </p:txBody>
      </p:sp>
      <p:pic>
        <p:nvPicPr>
          <p:cNvPr id="8" name="Picture 2" descr="4-example-ml">
            <a:extLst>
              <a:ext uri="{FF2B5EF4-FFF2-40B4-BE49-F238E27FC236}">
                <a16:creationId xmlns:a16="http://schemas.microsoft.com/office/drawing/2014/main" id="{4EA74B3E-70FF-7EC2-99DB-B3CA73F7E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8900" y="2916793"/>
            <a:ext cx="2667000" cy="1876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73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F876A8-DE0D-ABEC-7E68-EFD33D6C73E7}"/>
              </a:ext>
            </a:extLst>
          </p:cNvPr>
          <p:cNvSpPr>
            <a:spLocks noGrp="1"/>
          </p:cNvSpPr>
          <p:nvPr>
            <p:ph idx="1"/>
          </p:nvPr>
        </p:nvSpPr>
        <p:spPr>
          <a:xfrm>
            <a:off x="1066800" y="-28575"/>
            <a:ext cx="7848600" cy="4000500"/>
          </a:xfrm>
        </p:spPr>
        <p:txBody>
          <a:bodyPr/>
          <a:lstStyle/>
          <a:p>
            <a:pPr fontAlgn="base">
              <a:buFont typeface="Arial" panose="020B0604020202020204" pitchFamily="34" charset="0"/>
              <a:buChar char="•"/>
            </a:pPr>
            <a:r>
              <a:rPr lang="en-US" b="1" i="0" dirty="0">
                <a:solidFill>
                  <a:srgbClr val="273239"/>
                </a:solidFill>
                <a:effectLst/>
              </a:rPr>
              <a:t>Low variance:</a:t>
            </a:r>
            <a:r>
              <a:rPr lang="en-US" b="0" i="0" dirty="0">
                <a:solidFill>
                  <a:srgbClr val="273239"/>
                </a:solidFill>
                <a:effectLst/>
              </a:rPr>
              <a:t> </a:t>
            </a:r>
          </a:p>
          <a:p>
            <a:pPr lvl="1">
              <a:buFont typeface="Arial" panose="020B0604020202020204" pitchFamily="34" charset="0"/>
              <a:buChar char="•"/>
            </a:pPr>
            <a:r>
              <a:rPr lang="en-US" b="0" i="0" dirty="0">
                <a:solidFill>
                  <a:srgbClr val="273239"/>
                </a:solidFill>
                <a:effectLst/>
              </a:rPr>
              <a:t>means that the model is less sensitive to changes in the training data and can produce consistent estimates of the target function with different subsets of data from the same distribution. </a:t>
            </a:r>
          </a:p>
          <a:p>
            <a:pPr lvl="1">
              <a:buFont typeface="Arial" panose="020B0604020202020204" pitchFamily="34" charset="0"/>
              <a:buChar char="•"/>
            </a:pPr>
            <a:r>
              <a:rPr lang="en-US" b="0" i="0" dirty="0">
                <a:solidFill>
                  <a:srgbClr val="273239"/>
                </a:solidFill>
                <a:effectLst/>
              </a:rPr>
              <a:t>This is the case of underfitting when the model fails to generalize on both training and test data.</a:t>
            </a:r>
          </a:p>
          <a:p>
            <a:pPr marL="82550" indent="0">
              <a:buNone/>
            </a:pPr>
            <a:endParaRPr lang="en-IN" dirty="0"/>
          </a:p>
        </p:txBody>
      </p:sp>
    </p:spTree>
    <p:extLst>
      <p:ext uri="{BB962C8B-B14F-4D97-AF65-F5344CB8AC3E}">
        <p14:creationId xmlns:p14="http://schemas.microsoft.com/office/powerpoint/2010/main" val="2671077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95CD9C-2E13-A5D6-6375-8A044F886E3D}"/>
              </a:ext>
            </a:extLst>
          </p:cNvPr>
          <p:cNvSpPr>
            <a:spLocks noGrp="1"/>
          </p:cNvSpPr>
          <p:nvPr>
            <p:ph idx="1"/>
          </p:nvPr>
        </p:nvSpPr>
        <p:spPr>
          <a:xfrm>
            <a:off x="1066800" y="0"/>
            <a:ext cx="7772400" cy="4000500"/>
          </a:xfrm>
        </p:spPr>
        <p:txBody>
          <a:bodyPr/>
          <a:lstStyle/>
          <a:p>
            <a:r>
              <a:rPr lang="en-US" b="1" dirty="0"/>
              <a:t>High variance: </a:t>
            </a:r>
          </a:p>
          <a:p>
            <a:pPr lvl="1"/>
            <a:r>
              <a:rPr lang="en-US" dirty="0"/>
              <a:t>means that the model is very sensitive to changes in the training data and can result in significant changes in the estimate of the target function when trained on different subsets of data from the same distribution.</a:t>
            </a:r>
          </a:p>
          <a:p>
            <a:pPr lvl="1"/>
            <a:r>
              <a:rPr lang="en-US" dirty="0"/>
              <a:t>This is the case of overfitting when the model performs well on the training data but poorly on new, unseen test </a:t>
            </a:r>
            <a:r>
              <a:rPr lang="en-US" b="0" i="0" dirty="0">
                <a:solidFill>
                  <a:srgbClr val="273239"/>
                </a:solidFill>
                <a:effectLst/>
              </a:rPr>
              <a:t>data. It fits the training data too closely that it fails on the new training dataset.</a:t>
            </a:r>
            <a:endParaRPr lang="en-IN" dirty="0"/>
          </a:p>
        </p:txBody>
      </p:sp>
    </p:spTree>
    <p:extLst>
      <p:ext uri="{BB962C8B-B14F-4D97-AF65-F5344CB8AC3E}">
        <p14:creationId xmlns:p14="http://schemas.microsoft.com/office/powerpoint/2010/main" val="1799051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Bias and Variance in Machine Learning - Javatpoint">
            <a:extLst>
              <a:ext uri="{FF2B5EF4-FFF2-40B4-BE49-F238E27FC236}">
                <a16:creationId xmlns:a16="http://schemas.microsoft.com/office/drawing/2014/main" id="{9EE2C827-85E4-A9B5-788B-C731E80BB7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0" y="1276350"/>
            <a:ext cx="2895600" cy="274320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33B45F53-2450-780F-6730-C00171A2F3BC}"/>
              </a:ext>
            </a:extLst>
          </p:cNvPr>
          <p:cNvSpPr txBox="1">
            <a:spLocks/>
          </p:cNvSpPr>
          <p:nvPr/>
        </p:nvSpPr>
        <p:spPr bwMode="auto">
          <a:xfrm>
            <a:off x="685800" y="47625"/>
            <a:ext cx="533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85000" lnSpcReduction="20000"/>
          </a:bodyPr>
          <a:lstStyle>
            <a:lvl1pPr marL="365125" indent="-282575" algn="just" rtl="0" eaLnBrk="0" fontAlgn="base" hangingPunct="0">
              <a:lnSpc>
                <a:spcPct val="150000"/>
              </a:lnSpc>
              <a:spcBef>
                <a:spcPts val="600"/>
              </a:spcBef>
              <a:spcAft>
                <a:spcPct val="0"/>
              </a:spcAft>
              <a:buClr>
                <a:schemeClr val="accent1"/>
              </a:buClr>
              <a:buSzPct val="80000"/>
              <a:buFont typeface="Wingdings 2" pitchFamily="18" charset="2"/>
              <a:buChar char=""/>
              <a:defRPr sz="2400" kern="1200">
                <a:solidFill>
                  <a:schemeClr val="tx1"/>
                </a:solidFill>
                <a:latin typeface="+mn-lt"/>
                <a:ea typeface="+mn-ea"/>
                <a:cs typeface="+mn-cs"/>
              </a:defRPr>
            </a:lvl1pPr>
            <a:lvl2pPr marL="639763" indent="-236538" algn="just" rtl="0" eaLnBrk="0" fontAlgn="base" hangingPunct="0">
              <a:lnSpc>
                <a:spcPct val="150000"/>
              </a:lnSpc>
              <a:spcBef>
                <a:spcPts val="550"/>
              </a:spcBef>
              <a:spcAft>
                <a:spcPct val="0"/>
              </a:spcAft>
              <a:buClr>
                <a:schemeClr val="accent1"/>
              </a:buClr>
              <a:buFont typeface="Verdana" pitchFamily="34" charset="0"/>
              <a:buChar char="◦"/>
              <a:defRPr sz="2000" kern="1200">
                <a:solidFill>
                  <a:schemeClr val="tx1"/>
                </a:solidFill>
                <a:latin typeface="+mn-lt"/>
                <a:ea typeface="+mn-ea"/>
                <a:cs typeface="+mn-cs"/>
              </a:defRPr>
            </a:lvl2pPr>
            <a:lvl3pPr marL="885825" indent="-228600" algn="just" rtl="0" eaLnBrk="0" fontAlgn="base" hangingPunct="0">
              <a:lnSpc>
                <a:spcPct val="150000"/>
              </a:lnSpc>
              <a:spcBef>
                <a:spcPct val="20000"/>
              </a:spcBef>
              <a:spcAft>
                <a:spcPct val="0"/>
              </a:spcAft>
              <a:buClr>
                <a:schemeClr val="accent2"/>
              </a:buClr>
              <a:buFont typeface="Wingdings 2" pitchFamily="18" charset="2"/>
              <a:buChar char=""/>
              <a:defRPr sz="1800" kern="1200">
                <a:solidFill>
                  <a:schemeClr val="tx1"/>
                </a:solidFill>
                <a:latin typeface="+mn-lt"/>
                <a:ea typeface="+mn-ea"/>
                <a:cs typeface="+mn-cs"/>
              </a:defRPr>
            </a:lvl3pPr>
            <a:lvl4pPr marL="1096963" indent="-173038" algn="just" rtl="0" eaLnBrk="0" fontAlgn="base" hangingPunct="0">
              <a:lnSpc>
                <a:spcPct val="150000"/>
              </a:lnSpc>
              <a:spcBef>
                <a:spcPct val="20000"/>
              </a:spcBef>
              <a:spcAft>
                <a:spcPct val="0"/>
              </a:spcAft>
              <a:buClr>
                <a:srgbClr val="6BB1C9"/>
              </a:buClr>
              <a:buFont typeface="Wingdings 2" pitchFamily="18" charset="2"/>
              <a:buChar char=""/>
              <a:defRPr sz="1600" kern="1200">
                <a:solidFill>
                  <a:schemeClr val="tx1"/>
                </a:solidFill>
                <a:latin typeface="+mn-lt"/>
                <a:ea typeface="+mn-ea"/>
                <a:cs typeface="+mn-cs"/>
              </a:defRPr>
            </a:lvl4pPr>
            <a:lvl5pPr marL="1296988" indent="-182563" algn="just" rtl="0" eaLnBrk="0" fontAlgn="base" hangingPunct="0">
              <a:lnSpc>
                <a:spcPct val="150000"/>
              </a:lnSpc>
              <a:spcBef>
                <a:spcPct val="20000"/>
              </a:spcBef>
              <a:spcAft>
                <a:spcPct val="0"/>
              </a:spcAft>
              <a:buClr>
                <a:srgbClr val="6585CF"/>
              </a:buClr>
              <a:buFont typeface="Wingdings 2" pitchFamily="18" charset="2"/>
              <a:buChar char=""/>
              <a:defRPr sz="105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r>
              <a:rPr lang="en-US" sz="1600" b="1" i="1" dirty="0"/>
              <a:t>Low-Bias, Low-Variance: </a:t>
            </a:r>
            <a:r>
              <a:rPr lang="en-US" sz="1600" dirty="0"/>
              <a:t>The combination of low bias and low variance shows an ideal machine learning model. However, it is not possible practically.</a:t>
            </a:r>
          </a:p>
          <a:p>
            <a:r>
              <a:rPr lang="en-US" sz="1600" b="1" i="1" dirty="0"/>
              <a:t>Low-Bias, High-Variance:</a:t>
            </a:r>
            <a:r>
              <a:rPr lang="en-US" sz="1600" dirty="0"/>
              <a:t> With low bias and high variance, model predictions are inconsistent and accurate on average. This case occurs when the model learns with a large number of parameters and hence leads to an </a:t>
            </a:r>
            <a:r>
              <a:rPr lang="en-US" sz="1600" b="1" dirty="0"/>
              <a:t>overfitting</a:t>
            </a:r>
            <a:endParaRPr lang="en-US" sz="1600" dirty="0"/>
          </a:p>
          <a:p>
            <a:r>
              <a:rPr lang="en-US" sz="1600" b="1" i="1" dirty="0"/>
              <a:t>High-Bias, Low-Variance:</a:t>
            </a:r>
            <a:r>
              <a:rPr lang="en-US" sz="1600" i="1" dirty="0"/>
              <a:t> </a:t>
            </a:r>
            <a:r>
              <a:rPr lang="en-US" sz="1600" dirty="0"/>
              <a:t>With High bias and low variance, predictions are consistent but inaccurate on average. This case occurs when a model does not learn well with the training dataset or uses few numbers of the parameter. It leads to </a:t>
            </a:r>
            <a:r>
              <a:rPr lang="en-US" sz="1600" b="1" dirty="0"/>
              <a:t>underfitting</a:t>
            </a:r>
            <a:r>
              <a:rPr lang="en-US" sz="1600" dirty="0"/>
              <a:t> problems in the model.</a:t>
            </a:r>
          </a:p>
          <a:p>
            <a:r>
              <a:rPr lang="en-US" sz="1600" b="1" i="1" dirty="0"/>
              <a:t>High-Bias, High-Variance: </a:t>
            </a:r>
            <a:r>
              <a:rPr lang="en-US" sz="1600" dirty="0"/>
              <a:t>With high bias and high variance, predictions are inconsistent and also inaccurate on average.</a:t>
            </a:r>
          </a:p>
          <a:p>
            <a:endParaRPr lang="en-IN" sz="1600" dirty="0"/>
          </a:p>
        </p:txBody>
      </p:sp>
      <p:sp>
        <p:nvSpPr>
          <p:cNvPr id="5" name="Title 1">
            <a:extLst>
              <a:ext uri="{FF2B5EF4-FFF2-40B4-BE49-F238E27FC236}">
                <a16:creationId xmlns:a16="http://schemas.microsoft.com/office/drawing/2014/main" id="{1F0B4986-2A18-B9F7-9073-65C28085D6D6}"/>
              </a:ext>
            </a:extLst>
          </p:cNvPr>
          <p:cNvSpPr>
            <a:spLocks noGrp="1"/>
          </p:cNvSpPr>
          <p:nvPr>
            <p:ph type="title"/>
          </p:nvPr>
        </p:nvSpPr>
        <p:spPr>
          <a:xfrm>
            <a:off x="6248400" y="438150"/>
            <a:ext cx="2895600" cy="584887"/>
          </a:xfrm>
        </p:spPr>
        <p:txBody>
          <a:bodyPr>
            <a:normAutofit fontScale="90000"/>
          </a:bodyPr>
          <a:lstStyle/>
          <a:p>
            <a:r>
              <a:rPr lang="en-IN" sz="2400" dirty="0"/>
              <a:t>Combinations of </a:t>
            </a:r>
            <a:br>
              <a:rPr lang="en-IN" sz="2400" dirty="0"/>
            </a:br>
            <a:r>
              <a:rPr lang="en-IN" sz="2400" dirty="0"/>
              <a:t>Bias-Variance :</a:t>
            </a:r>
          </a:p>
        </p:txBody>
      </p:sp>
      <p:sp>
        <p:nvSpPr>
          <p:cNvPr id="6" name="Rectangle 5">
            <a:extLst>
              <a:ext uri="{FF2B5EF4-FFF2-40B4-BE49-F238E27FC236}">
                <a16:creationId xmlns:a16="http://schemas.microsoft.com/office/drawing/2014/main" id="{6B3709EA-7C4E-3D64-3D76-D026CB576C85}"/>
              </a:ext>
            </a:extLst>
          </p:cNvPr>
          <p:cNvSpPr/>
          <p:nvPr/>
        </p:nvSpPr>
        <p:spPr>
          <a:xfrm>
            <a:off x="6477000" y="1276350"/>
            <a:ext cx="8382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6F6A6819-0D2F-E9D5-9614-08674FF04E5D}"/>
              </a:ext>
            </a:extLst>
          </p:cNvPr>
          <p:cNvSpPr/>
          <p:nvPr/>
        </p:nvSpPr>
        <p:spPr>
          <a:xfrm>
            <a:off x="7867650" y="1266825"/>
            <a:ext cx="8382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C3A88E1-91E6-2EC0-3DBF-7414D8057C27}"/>
              </a:ext>
            </a:extLst>
          </p:cNvPr>
          <p:cNvSpPr/>
          <p:nvPr/>
        </p:nvSpPr>
        <p:spPr>
          <a:xfrm>
            <a:off x="6553200" y="1276350"/>
            <a:ext cx="8382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A0DB4C1-DFC1-F18D-CEFF-AD694F3AD78D}"/>
              </a:ext>
            </a:extLst>
          </p:cNvPr>
          <p:cNvSpPr/>
          <p:nvPr/>
        </p:nvSpPr>
        <p:spPr>
          <a:xfrm rot="5400000">
            <a:off x="5810250" y="1962150"/>
            <a:ext cx="8382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4E5B1DDD-E322-F9A0-2507-4B4CB4905E84}"/>
              </a:ext>
            </a:extLst>
          </p:cNvPr>
          <p:cNvSpPr/>
          <p:nvPr/>
        </p:nvSpPr>
        <p:spPr>
          <a:xfrm rot="5400000">
            <a:off x="5791200" y="3333750"/>
            <a:ext cx="838200"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5501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5D6E2-CE1C-1B68-20F7-249F51B633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972DF74-CD12-2448-30DB-8709F20085CC}"/>
              </a:ext>
            </a:extLst>
          </p:cNvPr>
          <p:cNvSpPr>
            <a:spLocks noGrp="1"/>
          </p:cNvSpPr>
          <p:nvPr>
            <p:ph idx="1"/>
          </p:nvPr>
        </p:nvSpPr>
        <p:spPr/>
        <p:txBody>
          <a:bodyPr/>
          <a:lstStyle/>
          <a:p>
            <a:endParaRPr lang="en-IN"/>
          </a:p>
        </p:txBody>
      </p:sp>
      <p:pic>
        <p:nvPicPr>
          <p:cNvPr id="4098" name="Picture 2">
            <a:extLst>
              <a:ext uri="{FF2B5EF4-FFF2-40B4-BE49-F238E27FC236}">
                <a16:creationId xmlns:a16="http://schemas.microsoft.com/office/drawing/2014/main" id="{99D7E915-E478-B18D-3891-8D30C50B24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1512" y="1128712"/>
            <a:ext cx="6486525" cy="2886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1867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CBD24-B2E8-99C8-495F-B09B92F4C6B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F91776E-E904-CC91-94D3-B01947B7F4AF}"/>
              </a:ext>
            </a:extLst>
          </p:cNvPr>
          <p:cNvSpPr>
            <a:spLocks noGrp="1"/>
          </p:cNvSpPr>
          <p:nvPr>
            <p:ph idx="1"/>
          </p:nvPr>
        </p:nvSpPr>
        <p:spPr/>
        <p:txBody>
          <a:bodyPr/>
          <a:lstStyle/>
          <a:p>
            <a:endParaRPr lang="en-IN"/>
          </a:p>
        </p:txBody>
      </p:sp>
      <p:pic>
        <p:nvPicPr>
          <p:cNvPr id="5122" name="Picture 2">
            <a:extLst>
              <a:ext uri="{FF2B5EF4-FFF2-40B4-BE49-F238E27FC236}">
                <a16:creationId xmlns:a16="http://schemas.microsoft.com/office/drawing/2014/main" id="{3668E94D-51F7-3545-A21A-987F5C55D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800101"/>
            <a:ext cx="6172200" cy="3783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3729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1B713-0E38-75A6-3C82-7FC1A5252C4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663691D5-F297-0537-BA99-73AFF94B36EC}"/>
              </a:ext>
            </a:extLst>
          </p:cNvPr>
          <p:cNvPicPr>
            <a:picLocks noGrp="1" noChangeAspect="1"/>
          </p:cNvPicPr>
          <p:nvPr>
            <p:ph idx="1"/>
          </p:nvPr>
        </p:nvPicPr>
        <p:blipFill>
          <a:blip r:embed="rId2"/>
          <a:stretch>
            <a:fillRect/>
          </a:stretch>
        </p:blipFill>
        <p:spPr>
          <a:xfrm>
            <a:off x="2133600" y="971550"/>
            <a:ext cx="5360987" cy="3817846"/>
          </a:xfrm>
          <a:prstGeom prst="rect">
            <a:avLst/>
          </a:prstGeom>
        </p:spPr>
      </p:pic>
    </p:spTree>
    <p:extLst>
      <p:ext uri="{BB962C8B-B14F-4D97-AF65-F5344CB8AC3E}">
        <p14:creationId xmlns:p14="http://schemas.microsoft.com/office/powerpoint/2010/main" val="2505189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92023-DC3F-3B97-4281-5D47138D60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B14CB7-5E48-36FE-A867-72590E58DD37}"/>
              </a:ext>
            </a:extLst>
          </p:cNvPr>
          <p:cNvSpPr>
            <a:spLocks noGrp="1"/>
          </p:cNvSpPr>
          <p:nvPr>
            <p:ph idx="1"/>
          </p:nvPr>
        </p:nvSpPr>
        <p:spPr/>
        <p:txBody>
          <a:bodyPr/>
          <a:lstStyle/>
          <a:p>
            <a:endParaRPr lang="en-IN" dirty="0"/>
          </a:p>
        </p:txBody>
      </p:sp>
      <p:pic>
        <p:nvPicPr>
          <p:cNvPr id="6146" name="Picture 2">
            <a:extLst>
              <a:ext uri="{FF2B5EF4-FFF2-40B4-BE49-F238E27FC236}">
                <a16:creationId xmlns:a16="http://schemas.microsoft.com/office/drawing/2014/main" id="{91E6867D-F47B-E614-979F-41A4BFEB5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742950"/>
            <a:ext cx="5606495" cy="379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8729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2296A-8285-3D8D-D0E3-17FEEFF235D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5ABDD2B-D319-4090-7CD8-EB8156CA2CB7}"/>
              </a:ext>
            </a:extLst>
          </p:cNvPr>
          <p:cNvSpPr>
            <a:spLocks noGrp="1"/>
          </p:cNvSpPr>
          <p:nvPr>
            <p:ph idx="1"/>
          </p:nvPr>
        </p:nvSpPr>
        <p:spPr/>
        <p:txBody>
          <a:bodyPr/>
          <a:lstStyle/>
          <a:p>
            <a:endParaRPr lang="en-IN"/>
          </a:p>
        </p:txBody>
      </p:sp>
      <p:pic>
        <p:nvPicPr>
          <p:cNvPr id="7170" name="Picture 2">
            <a:extLst>
              <a:ext uri="{FF2B5EF4-FFF2-40B4-BE49-F238E27FC236}">
                <a16:creationId xmlns:a16="http://schemas.microsoft.com/office/drawing/2014/main" id="{6FE024B8-EC45-D257-C049-C585AB612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531847"/>
            <a:ext cx="5499100" cy="4268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8181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66DEE-846D-7F9B-E977-18FF17DA827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9EED81-35DD-5E7B-5E75-981786AD5CFC}"/>
              </a:ext>
            </a:extLst>
          </p:cNvPr>
          <p:cNvSpPr>
            <a:spLocks noGrp="1"/>
          </p:cNvSpPr>
          <p:nvPr>
            <p:ph idx="1"/>
          </p:nvPr>
        </p:nvSpPr>
        <p:spPr/>
        <p:txBody>
          <a:bodyPr/>
          <a:lstStyle/>
          <a:p>
            <a:endParaRPr lang="en-IN"/>
          </a:p>
        </p:txBody>
      </p:sp>
      <p:pic>
        <p:nvPicPr>
          <p:cNvPr id="8194" name="Picture 2">
            <a:extLst>
              <a:ext uri="{FF2B5EF4-FFF2-40B4-BE49-F238E27FC236}">
                <a16:creationId xmlns:a16="http://schemas.microsoft.com/office/drawing/2014/main" id="{EA6F0C69-51EE-190B-8030-953BAA160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057275"/>
            <a:ext cx="7915275"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816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A6C2B-92D4-0098-7141-11D60293C0A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5AF377B-9A9E-E051-80FB-F6C9B60846EE}"/>
              </a:ext>
            </a:extLst>
          </p:cNvPr>
          <p:cNvSpPr>
            <a:spLocks noGrp="1"/>
          </p:cNvSpPr>
          <p:nvPr>
            <p:ph idx="1"/>
          </p:nvPr>
        </p:nvSpPr>
        <p:spPr/>
        <p:txBody>
          <a:bodyPr/>
          <a:lstStyle/>
          <a:p>
            <a:endParaRPr lang="en-IN"/>
          </a:p>
        </p:txBody>
      </p:sp>
      <p:pic>
        <p:nvPicPr>
          <p:cNvPr id="9218" name="Picture 2">
            <a:extLst>
              <a:ext uri="{FF2B5EF4-FFF2-40B4-BE49-F238E27FC236}">
                <a16:creationId xmlns:a16="http://schemas.microsoft.com/office/drawing/2014/main" id="{82FECE0F-498A-385A-2D04-A63669F348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881063"/>
            <a:ext cx="6972300" cy="3462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454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FC75EDF-0660-AEA1-2BF6-B7158B4FE5BC}"/>
              </a:ext>
            </a:extLst>
          </p:cNvPr>
          <p:cNvPicPr>
            <a:picLocks noGrp="1" noChangeAspect="1"/>
          </p:cNvPicPr>
          <p:nvPr>
            <p:ph idx="1"/>
          </p:nvPr>
        </p:nvPicPr>
        <p:blipFill>
          <a:blip r:embed="rId2"/>
          <a:stretch>
            <a:fillRect/>
          </a:stretch>
        </p:blipFill>
        <p:spPr>
          <a:xfrm>
            <a:off x="1295400" y="971550"/>
            <a:ext cx="7014139" cy="4000500"/>
          </a:xfrm>
          <a:prstGeom prst="rect">
            <a:avLst/>
          </a:prstGeom>
        </p:spPr>
      </p:pic>
      <p:sp>
        <p:nvSpPr>
          <p:cNvPr id="6" name="Title 1">
            <a:extLst>
              <a:ext uri="{FF2B5EF4-FFF2-40B4-BE49-F238E27FC236}">
                <a16:creationId xmlns:a16="http://schemas.microsoft.com/office/drawing/2014/main" id="{133C7E19-853C-CC2F-1247-46F234EA5AFC}"/>
              </a:ext>
            </a:extLst>
          </p:cNvPr>
          <p:cNvSpPr>
            <a:spLocks noGrp="1"/>
          </p:cNvSpPr>
          <p:nvPr>
            <p:ph type="title"/>
          </p:nvPr>
        </p:nvSpPr>
        <p:spPr>
          <a:xfrm>
            <a:off x="1435100" y="205978"/>
            <a:ext cx="7499350" cy="536972"/>
          </a:xfrm>
        </p:spPr>
        <p:txBody>
          <a:bodyPr/>
          <a:lstStyle/>
          <a:p>
            <a:r>
              <a:rPr lang="en-IN" dirty="0"/>
              <a:t>Trade-off</a:t>
            </a:r>
          </a:p>
        </p:txBody>
      </p:sp>
    </p:spTree>
    <p:extLst>
      <p:ext uri="{BB962C8B-B14F-4D97-AF65-F5344CB8AC3E}">
        <p14:creationId xmlns:p14="http://schemas.microsoft.com/office/powerpoint/2010/main" val="38481223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My style">
      <a:majorFont>
        <a:latin typeface="Georgia"/>
        <a:ea typeface=""/>
        <a:cs typeface=""/>
      </a:majorFont>
      <a:minorFont>
        <a:latin typeface="Bookman Old Style"/>
        <a:ea typeface=""/>
        <a:cs typeface=""/>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455403A244C844826B21F6E390126F" ma:contentTypeVersion="3" ma:contentTypeDescription="Create a new document." ma:contentTypeScope="" ma:versionID="7fbb4b53e152e6d76ee280997ec5b35d">
  <xsd:schema xmlns:xsd="http://www.w3.org/2001/XMLSchema" xmlns:xs="http://www.w3.org/2001/XMLSchema" xmlns:p="http://schemas.microsoft.com/office/2006/metadata/properties" xmlns:ns2="a77c890a-8b4b-4fa9-b3cb-8d4d1ee30786" targetNamespace="http://schemas.microsoft.com/office/2006/metadata/properties" ma:root="true" ma:fieldsID="29aa713a711771577e31e938be75d0d8" ns2:_="">
    <xsd:import namespace="a77c890a-8b4b-4fa9-b3cb-8d4d1ee3078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7c890a-8b4b-4fa9-b3cb-8d4d1ee307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A7F8733-7368-4CC6-B19C-5936453147A3}"/>
</file>

<file path=customXml/itemProps2.xml><?xml version="1.0" encoding="utf-8"?>
<ds:datastoreItem xmlns:ds="http://schemas.openxmlformats.org/officeDocument/2006/customXml" ds:itemID="{F8062258-D2D1-439E-ABEE-69268BF8365E}"/>
</file>

<file path=customXml/itemProps3.xml><?xml version="1.0" encoding="utf-8"?>
<ds:datastoreItem xmlns:ds="http://schemas.openxmlformats.org/officeDocument/2006/customXml" ds:itemID="{0BB35D8F-4D36-4A98-98BE-B1266481E55B}"/>
</file>

<file path=docProps/app.xml><?xml version="1.0" encoding="utf-8"?>
<Properties xmlns="http://schemas.openxmlformats.org/officeDocument/2006/extended-properties" xmlns:vt="http://schemas.openxmlformats.org/officeDocument/2006/docPropsVTypes">
  <Template>Solstice</Template>
  <TotalTime>12273</TotalTime>
  <Words>927</Words>
  <Application>Microsoft Office PowerPoint</Application>
  <PresentationFormat>On-screen Show (16:9)</PresentationFormat>
  <Paragraphs>89</Paragraphs>
  <Slides>28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Arial Unicode MS</vt:lpstr>
      <vt:lpstr>Bookman Old Style</vt:lpstr>
      <vt:lpstr>Calibri</vt:lpstr>
      <vt:lpstr>Georgia</vt:lpstr>
      <vt:lpstr>Rockwell</vt:lpstr>
      <vt:lpstr>Verdana</vt:lpstr>
      <vt:lpstr>Wingdings 2</vt:lpstr>
      <vt:lpstr>Solstice</vt:lpstr>
      <vt:lpstr>Module No. 1 Introduction to Machine Learning </vt:lpstr>
      <vt:lpstr>Syllabus : </vt:lpstr>
      <vt:lpstr>PowerPoint Presentation</vt:lpstr>
      <vt:lpstr>PowerPoint Presentation</vt:lpstr>
      <vt:lpstr>Supervised Learning</vt:lpstr>
      <vt:lpstr>Feature space</vt:lpstr>
      <vt:lpstr>Hypothesis</vt:lpstr>
      <vt:lpstr>PowerPoint Presentation</vt:lpstr>
      <vt:lpstr>Hypothesis</vt:lpstr>
      <vt:lpstr>PowerPoint Presentation</vt:lpstr>
      <vt:lpstr>PowerPoint Presentation</vt:lpstr>
      <vt:lpstr>Inductive bias</vt:lpstr>
      <vt:lpstr>PowerPoint Presentation</vt:lpstr>
      <vt:lpstr>PowerPoint Presentation</vt:lpstr>
      <vt:lpstr>Bias and variance</vt:lpstr>
      <vt:lpstr>PowerPoint Presentation</vt:lpstr>
      <vt:lpstr>Variance</vt:lpstr>
      <vt:lpstr>PowerPoint Presentation</vt:lpstr>
      <vt:lpstr>PowerPoint Presentation</vt:lpstr>
      <vt:lpstr>Combinations of  Bias-Variance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Trade-off</vt:lpstr>
    </vt:vector>
  </TitlesOfParts>
  <Company>Shri Vileparle Kelvani Mandal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Neural Networks</dc:title>
  <dc:creator>MRR</dc:creator>
  <cp:lastModifiedBy>Mrunal Rane</cp:lastModifiedBy>
  <cp:revision>418</cp:revision>
  <cp:lastPrinted>2024-01-29T11:36:07Z</cp:lastPrinted>
  <dcterms:created xsi:type="dcterms:W3CDTF">2011-01-17T23:01:15Z</dcterms:created>
  <dcterms:modified xsi:type="dcterms:W3CDTF">2026-08-13T06:38:59Z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0x0101009F455403A244C844826B21F6E390126F</vt:lpwstr>
  </property>
</Properties>
</file>